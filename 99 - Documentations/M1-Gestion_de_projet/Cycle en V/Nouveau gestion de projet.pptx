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8" r:id="rId2"/>
    <p:sldId id="280" r:id="rId3"/>
    <p:sldId id="271" r:id="rId4"/>
    <p:sldId id="275" r:id="rId5"/>
    <p:sldId id="270" r:id="rId6"/>
    <p:sldId id="281" r:id="rId7"/>
    <p:sldId id="282" r:id="rId8"/>
    <p:sldId id="276" r:id="rId9"/>
    <p:sldId id="272" r:id="rId10"/>
    <p:sldId id="273" r:id="rId11"/>
    <p:sldId id="277" r:id="rId12"/>
    <p:sldId id="283" r:id="rId13"/>
    <p:sldId id="274" r:id="rId14"/>
    <p:sldId id="278" r:id="rId15"/>
    <p:sldId id="279" r:id="rId16"/>
    <p:sldId id="284" r:id="rId17"/>
    <p:sldId id="285" r:id="rId18"/>
    <p:sldId id="286" r:id="rId19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ACB379-B7A3-45AA-8D71-A8A8A5DCC209}" v="1432" dt="2023-03-10T08:33:56.675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03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éo OLLIVIER" userId="5489e6a3-c6e2-4a06-a6ed-f9bbc873fb8f" providerId="ADAL" clId="{5FACB379-B7A3-45AA-8D71-A8A8A5DCC209}"/>
    <pc:docChg chg="undo redo custSel addSld modSld">
      <pc:chgData name="Théo OLLIVIER" userId="5489e6a3-c6e2-4a06-a6ed-f9bbc873fb8f" providerId="ADAL" clId="{5FACB379-B7A3-45AA-8D71-A8A8A5DCC209}" dt="2023-03-10T08:34:09.051" v="5617" actId="1076"/>
      <pc:docMkLst>
        <pc:docMk/>
      </pc:docMkLst>
      <pc:sldChg chg="modSp mod">
        <pc:chgData name="Théo OLLIVIER" userId="5489e6a3-c6e2-4a06-a6ed-f9bbc873fb8f" providerId="ADAL" clId="{5FACB379-B7A3-45AA-8D71-A8A8A5DCC209}" dt="2023-03-03T08:03:54.569" v="414" actId="113"/>
        <pc:sldMkLst>
          <pc:docMk/>
          <pc:sldMk cId="2347976747" sldId="270"/>
        </pc:sldMkLst>
        <pc:spChg chg="mod">
          <ac:chgData name="Théo OLLIVIER" userId="5489e6a3-c6e2-4a06-a6ed-f9bbc873fb8f" providerId="ADAL" clId="{5FACB379-B7A3-45AA-8D71-A8A8A5DCC209}" dt="2023-03-03T08:01:34.729" v="392" actId="20577"/>
          <ac:spMkLst>
            <pc:docMk/>
            <pc:sldMk cId="2347976747" sldId="270"/>
            <ac:spMk id="2" creationId="{565C8478-7BEB-65C7-3DC3-566E071137FD}"/>
          </ac:spMkLst>
        </pc:spChg>
        <pc:spChg chg="mod">
          <ac:chgData name="Théo OLLIVIER" userId="5489e6a3-c6e2-4a06-a6ed-f9bbc873fb8f" providerId="ADAL" clId="{5FACB379-B7A3-45AA-8D71-A8A8A5DCC209}" dt="2023-03-03T08:03:54.569" v="414" actId="113"/>
          <ac:spMkLst>
            <pc:docMk/>
            <pc:sldMk cId="2347976747" sldId="270"/>
            <ac:spMk id="3" creationId="{061EBA32-457F-7120-5BB2-CC59DEEDB2B6}"/>
          </ac:spMkLst>
        </pc:spChg>
      </pc:sldChg>
      <pc:sldChg chg="modSp mod">
        <pc:chgData name="Théo OLLIVIER" userId="5489e6a3-c6e2-4a06-a6ed-f9bbc873fb8f" providerId="ADAL" clId="{5FACB379-B7A3-45AA-8D71-A8A8A5DCC209}" dt="2023-03-03T08:14:31.579" v="1195" actId="20577"/>
        <pc:sldMkLst>
          <pc:docMk/>
          <pc:sldMk cId="1323579520" sldId="272"/>
        </pc:sldMkLst>
        <pc:spChg chg="mod">
          <ac:chgData name="Théo OLLIVIER" userId="5489e6a3-c6e2-4a06-a6ed-f9bbc873fb8f" providerId="ADAL" clId="{5FACB379-B7A3-45AA-8D71-A8A8A5DCC209}" dt="2023-03-03T08:14:31.579" v="1195" actId="20577"/>
          <ac:spMkLst>
            <pc:docMk/>
            <pc:sldMk cId="1323579520" sldId="272"/>
            <ac:spMk id="3" creationId="{8D7E1297-C282-940B-9CA0-397A27CB79D4}"/>
          </ac:spMkLst>
        </pc:spChg>
      </pc:sldChg>
      <pc:sldChg chg="modSp mod">
        <pc:chgData name="Théo OLLIVIER" userId="5489e6a3-c6e2-4a06-a6ed-f9bbc873fb8f" providerId="ADAL" clId="{5FACB379-B7A3-45AA-8D71-A8A8A5DCC209}" dt="2023-03-03T08:14:52.533" v="1198" actId="113"/>
        <pc:sldMkLst>
          <pc:docMk/>
          <pc:sldMk cId="2207152034" sldId="273"/>
        </pc:sldMkLst>
        <pc:spChg chg="mod">
          <ac:chgData name="Théo OLLIVIER" userId="5489e6a3-c6e2-4a06-a6ed-f9bbc873fb8f" providerId="ADAL" clId="{5FACB379-B7A3-45AA-8D71-A8A8A5DCC209}" dt="2023-03-03T08:14:52.533" v="1198" actId="113"/>
          <ac:spMkLst>
            <pc:docMk/>
            <pc:sldMk cId="2207152034" sldId="273"/>
            <ac:spMk id="3" creationId="{AAB8921F-A74E-4471-795F-B3BD50D42A6A}"/>
          </ac:spMkLst>
        </pc:spChg>
      </pc:sldChg>
      <pc:sldChg chg="modSp mod">
        <pc:chgData name="Théo OLLIVIER" userId="5489e6a3-c6e2-4a06-a6ed-f9bbc873fb8f" providerId="ADAL" clId="{5FACB379-B7A3-45AA-8D71-A8A8A5DCC209}" dt="2023-03-03T08:09:49.584" v="664" actId="20577"/>
        <pc:sldMkLst>
          <pc:docMk/>
          <pc:sldMk cId="3972384287" sldId="275"/>
        </pc:sldMkLst>
        <pc:spChg chg="mod">
          <ac:chgData name="Théo OLLIVIER" userId="5489e6a3-c6e2-4a06-a6ed-f9bbc873fb8f" providerId="ADAL" clId="{5FACB379-B7A3-45AA-8D71-A8A8A5DCC209}" dt="2023-03-03T08:09:49.584" v="664" actId="20577"/>
          <ac:spMkLst>
            <pc:docMk/>
            <pc:sldMk cId="3972384287" sldId="275"/>
            <ac:spMk id="5" creationId="{00129077-8CFF-DE1E-58DB-1CF7D023BC76}"/>
          </ac:spMkLst>
        </pc:spChg>
      </pc:sldChg>
      <pc:sldChg chg="modSp mod">
        <pc:chgData name="Théo OLLIVIER" userId="5489e6a3-c6e2-4a06-a6ed-f9bbc873fb8f" providerId="ADAL" clId="{5FACB379-B7A3-45AA-8D71-A8A8A5DCC209}" dt="2023-03-03T08:15:28.954" v="1234" actId="20577"/>
        <pc:sldMkLst>
          <pc:docMk/>
          <pc:sldMk cId="602502074" sldId="277"/>
        </pc:sldMkLst>
        <pc:spChg chg="mod">
          <ac:chgData name="Théo OLLIVIER" userId="5489e6a3-c6e2-4a06-a6ed-f9bbc873fb8f" providerId="ADAL" clId="{5FACB379-B7A3-45AA-8D71-A8A8A5DCC209}" dt="2023-03-03T08:15:28.954" v="1234" actId="20577"/>
          <ac:spMkLst>
            <pc:docMk/>
            <pc:sldMk cId="602502074" sldId="277"/>
            <ac:spMk id="5" creationId="{98C376F3-5A9E-4D18-0C2B-533553277018}"/>
          </ac:spMkLst>
        </pc:spChg>
      </pc:sldChg>
      <pc:sldChg chg="addSp delSp modSp mod modAnim">
        <pc:chgData name="Théo OLLIVIER" userId="5489e6a3-c6e2-4a06-a6ed-f9bbc873fb8f" providerId="ADAL" clId="{5FACB379-B7A3-45AA-8D71-A8A8A5DCC209}" dt="2023-03-05T16:26:45.666" v="3306" actId="1076"/>
        <pc:sldMkLst>
          <pc:docMk/>
          <pc:sldMk cId="172275008" sldId="278"/>
        </pc:sldMkLst>
        <pc:spChg chg="add mod">
          <ac:chgData name="Théo OLLIVIER" userId="5489e6a3-c6e2-4a06-a6ed-f9bbc873fb8f" providerId="ADAL" clId="{5FACB379-B7A3-45AA-8D71-A8A8A5DCC209}" dt="2023-03-05T16:26:01.384" v="3299" actId="1076"/>
          <ac:spMkLst>
            <pc:docMk/>
            <pc:sldMk cId="172275008" sldId="278"/>
            <ac:spMk id="2" creationId="{7E2E34D5-0FCA-CF26-5F34-16DBD01FE21E}"/>
          </ac:spMkLst>
        </pc:spChg>
        <pc:spChg chg="add mod">
          <ac:chgData name="Théo OLLIVIER" userId="5489e6a3-c6e2-4a06-a6ed-f9bbc873fb8f" providerId="ADAL" clId="{5FACB379-B7A3-45AA-8D71-A8A8A5DCC209}" dt="2023-03-05T16:26:10.118" v="3300" actId="1076"/>
          <ac:spMkLst>
            <pc:docMk/>
            <pc:sldMk cId="172275008" sldId="278"/>
            <ac:spMk id="3" creationId="{389C3CF0-1F2B-50BD-68B7-C2C0E745BAAE}"/>
          </ac:spMkLst>
        </pc:spChg>
        <pc:spChg chg="add mod">
          <ac:chgData name="Théo OLLIVIER" userId="5489e6a3-c6e2-4a06-a6ed-f9bbc873fb8f" providerId="ADAL" clId="{5FACB379-B7A3-45AA-8D71-A8A8A5DCC209}" dt="2023-03-05T16:26:18.136" v="3301" actId="1076"/>
          <ac:spMkLst>
            <pc:docMk/>
            <pc:sldMk cId="172275008" sldId="278"/>
            <ac:spMk id="4" creationId="{DEBE18E4-97B6-EFE9-6B05-8EDD5103EA2E}"/>
          </ac:spMkLst>
        </pc:spChg>
        <pc:spChg chg="add mod">
          <ac:chgData name="Théo OLLIVIER" userId="5489e6a3-c6e2-4a06-a6ed-f9bbc873fb8f" providerId="ADAL" clId="{5FACB379-B7A3-45AA-8D71-A8A8A5DCC209}" dt="2023-03-05T16:26:23.881" v="3302" actId="1076"/>
          <ac:spMkLst>
            <pc:docMk/>
            <pc:sldMk cId="172275008" sldId="278"/>
            <ac:spMk id="5" creationId="{E4673728-E56D-F934-888C-258105D530E2}"/>
          </ac:spMkLst>
        </pc:spChg>
        <pc:spChg chg="add mod">
          <ac:chgData name="Théo OLLIVIER" userId="5489e6a3-c6e2-4a06-a6ed-f9bbc873fb8f" providerId="ADAL" clId="{5FACB379-B7A3-45AA-8D71-A8A8A5DCC209}" dt="2023-03-05T16:26:28.957" v="3303" actId="1076"/>
          <ac:spMkLst>
            <pc:docMk/>
            <pc:sldMk cId="172275008" sldId="278"/>
            <ac:spMk id="6" creationId="{9C6DB943-E31B-EAF8-E941-437486BFEAB9}"/>
          </ac:spMkLst>
        </pc:spChg>
        <pc:spChg chg="add mod">
          <ac:chgData name="Théo OLLIVIER" userId="5489e6a3-c6e2-4a06-a6ed-f9bbc873fb8f" providerId="ADAL" clId="{5FACB379-B7A3-45AA-8D71-A8A8A5DCC209}" dt="2023-03-05T16:26:33.472" v="3304" actId="1076"/>
          <ac:spMkLst>
            <pc:docMk/>
            <pc:sldMk cId="172275008" sldId="278"/>
            <ac:spMk id="7" creationId="{BA12149E-6102-4D5F-619A-CC211915E031}"/>
          </ac:spMkLst>
        </pc:spChg>
        <pc:spChg chg="add mod">
          <ac:chgData name="Théo OLLIVIER" userId="5489e6a3-c6e2-4a06-a6ed-f9bbc873fb8f" providerId="ADAL" clId="{5FACB379-B7A3-45AA-8D71-A8A8A5DCC209}" dt="2023-03-05T16:26:39.873" v="3305" actId="1076"/>
          <ac:spMkLst>
            <pc:docMk/>
            <pc:sldMk cId="172275008" sldId="278"/>
            <ac:spMk id="9" creationId="{6BD57D4F-FC50-E09A-2A4F-2D107AB83E0D}"/>
          </ac:spMkLst>
        </pc:spChg>
        <pc:spChg chg="add mod">
          <ac:chgData name="Théo OLLIVIER" userId="5489e6a3-c6e2-4a06-a6ed-f9bbc873fb8f" providerId="ADAL" clId="{5FACB379-B7A3-45AA-8D71-A8A8A5DCC209}" dt="2023-03-05T16:26:45.666" v="3306" actId="1076"/>
          <ac:spMkLst>
            <pc:docMk/>
            <pc:sldMk cId="172275008" sldId="278"/>
            <ac:spMk id="10" creationId="{CDFF5AB8-6E0D-C88C-7290-AA3D9DD84B91}"/>
          </ac:spMkLst>
        </pc:spChg>
        <pc:spChg chg="add mod">
          <ac:chgData name="Théo OLLIVIER" userId="5489e6a3-c6e2-4a06-a6ed-f9bbc873fb8f" providerId="ADAL" clId="{5FACB379-B7A3-45AA-8D71-A8A8A5DCC209}" dt="2023-03-05T16:16:01.825" v="3236" actId="1076"/>
          <ac:spMkLst>
            <pc:docMk/>
            <pc:sldMk cId="172275008" sldId="278"/>
            <ac:spMk id="11" creationId="{0A6F6586-9BD8-A8BD-FB6B-C227F7AC345A}"/>
          </ac:spMkLst>
        </pc:spChg>
        <pc:spChg chg="mod">
          <ac:chgData name="Théo OLLIVIER" userId="5489e6a3-c6e2-4a06-a6ed-f9bbc873fb8f" providerId="ADAL" clId="{5FACB379-B7A3-45AA-8D71-A8A8A5DCC209}" dt="2023-03-05T15:53:06.355" v="1766" actId="20577"/>
          <ac:spMkLst>
            <pc:docMk/>
            <pc:sldMk cId="172275008" sldId="278"/>
            <ac:spMk id="12" creationId="{DF7CDEF4-2E17-32BF-B64F-78E051E02250}"/>
          </ac:spMkLst>
        </pc:spChg>
        <pc:spChg chg="add mod">
          <ac:chgData name="Théo OLLIVIER" userId="5489e6a3-c6e2-4a06-a6ed-f9bbc873fb8f" providerId="ADAL" clId="{5FACB379-B7A3-45AA-8D71-A8A8A5DCC209}" dt="2023-03-05T16:16:24.740" v="3239" actId="14100"/>
          <ac:spMkLst>
            <pc:docMk/>
            <pc:sldMk cId="172275008" sldId="278"/>
            <ac:spMk id="13" creationId="{9F902F4E-A7CE-5B01-E0F3-663F9CCEC2AC}"/>
          </ac:spMkLst>
        </pc:spChg>
        <pc:spChg chg="mod">
          <ac:chgData name="Théo OLLIVIER" userId="5489e6a3-c6e2-4a06-a6ed-f9bbc873fb8f" providerId="ADAL" clId="{5FACB379-B7A3-45AA-8D71-A8A8A5DCC209}" dt="2023-03-05T15:57:48.156" v="1954" actId="20577"/>
          <ac:spMkLst>
            <pc:docMk/>
            <pc:sldMk cId="172275008" sldId="278"/>
            <ac:spMk id="14" creationId="{F502B3E5-A952-5F82-7D26-71875093F70D}"/>
          </ac:spMkLst>
        </pc:spChg>
        <pc:spChg chg="add mod">
          <ac:chgData name="Théo OLLIVIER" userId="5489e6a3-c6e2-4a06-a6ed-f9bbc873fb8f" providerId="ADAL" clId="{5FACB379-B7A3-45AA-8D71-A8A8A5DCC209}" dt="2023-03-05T16:17:28.084" v="3252" actId="1076"/>
          <ac:spMkLst>
            <pc:docMk/>
            <pc:sldMk cId="172275008" sldId="278"/>
            <ac:spMk id="15" creationId="{B07C1D3E-D339-E394-C6D7-883AD1AD727E}"/>
          </ac:spMkLst>
        </pc:spChg>
        <pc:spChg chg="add mod">
          <ac:chgData name="Théo OLLIVIER" userId="5489e6a3-c6e2-4a06-a6ed-f9bbc873fb8f" providerId="ADAL" clId="{5FACB379-B7A3-45AA-8D71-A8A8A5DCC209}" dt="2023-03-05T16:17:16.047" v="3249" actId="1076"/>
          <ac:spMkLst>
            <pc:docMk/>
            <pc:sldMk cId="172275008" sldId="278"/>
            <ac:spMk id="16" creationId="{D68ACF51-19EB-47D3-7739-9B482D701F6F}"/>
          </ac:spMkLst>
        </pc:spChg>
        <pc:spChg chg="mod">
          <ac:chgData name="Théo OLLIVIER" userId="5489e6a3-c6e2-4a06-a6ed-f9bbc873fb8f" providerId="ADAL" clId="{5FACB379-B7A3-45AA-8D71-A8A8A5DCC209}" dt="2023-03-05T16:07:20.301" v="2881" actId="20577"/>
          <ac:spMkLst>
            <pc:docMk/>
            <pc:sldMk cId="172275008" sldId="278"/>
            <ac:spMk id="23" creationId="{EC9DF9BD-9D01-6B9C-3337-6872CAE080AA}"/>
          </ac:spMkLst>
        </pc:spChg>
        <pc:spChg chg="mod">
          <ac:chgData name="Théo OLLIVIER" userId="5489e6a3-c6e2-4a06-a6ed-f9bbc873fb8f" providerId="ADAL" clId="{5FACB379-B7A3-45AA-8D71-A8A8A5DCC209}" dt="2023-03-05T15:53:08.435" v="1767" actId="1076"/>
          <ac:spMkLst>
            <pc:docMk/>
            <pc:sldMk cId="172275008" sldId="278"/>
            <ac:spMk id="31" creationId="{61B440C7-E23B-A3A3-7D76-805E421FD8FC}"/>
          </ac:spMkLst>
        </pc:spChg>
        <pc:spChg chg="mod">
          <ac:chgData name="Théo OLLIVIER" userId="5489e6a3-c6e2-4a06-a6ed-f9bbc873fb8f" providerId="ADAL" clId="{5FACB379-B7A3-45AA-8D71-A8A8A5DCC209}" dt="2023-03-05T16:24:04.358" v="3284" actId="1076"/>
          <ac:spMkLst>
            <pc:docMk/>
            <pc:sldMk cId="172275008" sldId="278"/>
            <ac:spMk id="41" creationId="{5C690EF0-1624-253E-7111-56925E02A5E6}"/>
          </ac:spMkLst>
        </pc:spChg>
        <pc:spChg chg="del mod">
          <ac:chgData name="Théo OLLIVIER" userId="5489e6a3-c6e2-4a06-a6ed-f9bbc873fb8f" providerId="ADAL" clId="{5FACB379-B7A3-45AA-8D71-A8A8A5DCC209}" dt="2023-03-05T16:00:10.643" v="2065" actId="478"/>
          <ac:spMkLst>
            <pc:docMk/>
            <pc:sldMk cId="172275008" sldId="278"/>
            <ac:spMk id="42" creationId="{9FAA3368-B487-3C70-D8C3-3F812488E04C}"/>
          </ac:spMkLst>
        </pc:spChg>
        <pc:spChg chg="del mod">
          <ac:chgData name="Théo OLLIVIER" userId="5489e6a3-c6e2-4a06-a6ed-f9bbc873fb8f" providerId="ADAL" clId="{5FACB379-B7A3-45AA-8D71-A8A8A5DCC209}" dt="2023-03-05T16:00:06.367" v="2064" actId="478"/>
          <ac:spMkLst>
            <pc:docMk/>
            <pc:sldMk cId="172275008" sldId="278"/>
            <ac:spMk id="43" creationId="{7E638E97-6F42-C57F-7C12-4D30CA17EAC8}"/>
          </ac:spMkLst>
        </pc:spChg>
      </pc:sldChg>
      <pc:sldChg chg="addSp delSp modSp mod">
        <pc:chgData name="Théo OLLIVIER" userId="5489e6a3-c6e2-4a06-a6ed-f9bbc873fb8f" providerId="ADAL" clId="{5FACB379-B7A3-45AA-8D71-A8A8A5DCC209}" dt="2023-03-05T19:02:08.509" v="3975" actId="20577"/>
        <pc:sldMkLst>
          <pc:docMk/>
          <pc:sldMk cId="2556305352" sldId="279"/>
        </pc:sldMkLst>
        <pc:spChg chg="mod">
          <ac:chgData name="Théo OLLIVIER" userId="5489e6a3-c6e2-4a06-a6ed-f9bbc873fb8f" providerId="ADAL" clId="{5FACB379-B7A3-45AA-8D71-A8A8A5DCC209}" dt="2023-03-05T18:56:36.738" v="3797" actId="20577"/>
          <ac:spMkLst>
            <pc:docMk/>
            <pc:sldMk cId="2556305352" sldId="279"/>
            <ac:spMk id="2" creationId="{BA80293B-A6B8-2F40-214C-FA92DE276539}"/>
          </ac:spMkLst>
        </pc:spChg>
        <pc:spChg chg="del">
          <ac:chgData name="Théo OLLIVIER" userId="5489e6a3-c6e2-4a06-a6ed-f9bbc873fb8f" providerId="ADAL" clId="{5FACB379-B7A3-45AA-8D71-A8A8A5DCC209}" dt="2023-03-05T18:52:37.736" v="3334" actId="3680"/>
          <ac:spMkLst>
            <pc:docMk/>
            <pc:sldMk cId="2556305352" sldId="279"/>
            <ac:spMk id="3" creationId="{43E8750D-23E1-0310-EA20-D577ABB3A5AC}"/>
          </ac:spMkLst>
        </pc:spChg>
        <pc:spChg chg="add mod">
          <ac:chgData name="Théo OLLIVIER" userId="5489e6a3-c6e2-4a06-a6ed-f9bbc873fb8f" providerId="ADAL" clId="{5FACB379-B7A3-45AA-8D71-A8A8A5DCC209}" dt="2023-03-05T19:02:08.509" v="3975" actId="20577"/>
          <ac:spMkLst>
            <pc:docMk/>
            <pc:sldMk cId="2556305352" sldId="279"/>
            <ac:spMk id="5" creationId="{06C53FA6-F08F-D951-7235-D169C8C57AD6}"/>
          </ac:spMkLst>
        </pc:spChg>
        <pc:graphicFrameChg chg="add mod ord modGraphic">
          <ac:chgData name="Théo OLLIVIER" userId="5489e6a3-c6e2-4a06-a6ed-f9bbc873fb8f" providerId="ADAL" clId="{5FACB379-B7A3-45AA-8D71-A8A8A5DCC209}" dt="2023-03-05T19:01:52.231" v="3949" actId="1076"/>
          <ac:graphicFrameMkLst>
            <pc:docMk/>
            <pc:sldMk cId="2556305352" sldId="279"/>
            <ac:graphicFrameMk id="4" creationId="{F589DF06-73B8-BA18-CF80-1A086B93A33B}"/>
          </ac:graphicFrameMkLst>
        </pc:graphicFrameChg>
      </pc:sldChg>
      <pc:sldChg chg="modSp new mod">
        <pc:chgData name="Théo OLLIVIER" userId="5489e6a3-c6e2-4a06-a6ed-f9bbc873fb8f" providerId="ADAL" clId="{5FACB379-B7A3-45AA-8D71-A8A8A5DCC209}" dt="2023-03-03T08:01:08.803" v="379" actId="113"/>
        <pc:sldMkLst>
          <pc:docMk/>
          <pc:sldMk cId="3979875795" sldId="280"/>
        </pc:sldMkLst>
        <pc:spChg chg="mod">
          <ac:chgData name="Théo OLLIVIER" userId="5489e6a3-c6e2-4a06-a6ed-f9bbc873fb8f" providerId="ADAL" clId="{5FACB379-B7A3-45AA-8D71-A8A8A5DCC209}" dt="2023-03-03T07:57:16.286" v="9" actId="20577"/>
          <ac:spMkLst>
            <pc:docMk/>
            <pc:sldMk cId="3979875795" sldId="280"/>
            <ac:spMk id="2" creationId="{EAE36D11-054A-EA8F-6054-FEE0D02D9DB7}"/>
          </ac:spMkLst>
        </pc:spChg>
        <pc:spChg chg="mod">
          <ac:chgData name="Théo OLLIVIER" userId="5489e6a3-c6e2-4a06-a6ed-f9bbc873fb8f" providerId="ADAL" clId="{5FACB379-B7A3-45AA-8D71-A8A8A5DCC209}" dt="2023-03-03T08:01:08.803" v="379" actId="113"/>
          <ac:spMkLst>
            <pc:docMk/>
            <pc:sldMk cId="3979875795" sldId="280"/>
            <ac:spMk id="3" creationId="{EBA6DBB3-CD18-EA3C-2540-617197625662}"/>
          </ac:spMkLst>
        </pc:spChg>
      </pc:sldChg>
      <pc:sldChg chg="addSp delSp modSp new mod modAnim">
        <pc:chgData name="Théo OLLIVIER" userId="5489e6a3-c6e2-4a06-a6ed-f9bbc873fb8f" providerId="ADAL" clId="{5FACB379-B7A3-45AA-8D71-A8A8A5DCC209}" dt="2023-03-03T08:15:49.560" v="1237"/>
        <pc:sldMkLst>
          <pc:docMk/>
          <pc:sldMk cId="195770807" sldId="281"/>
        </pc:sldMkLst>
        <pc:spChg chg="mod">
          <ac:chgData name="Théo OLLIVIER" userId="5489e6a3-c6e2-4a06-a6ed-f9bbc873fb8f" providerId="ADAL" clId="{5FACB379-B7A3-45AA-8D71-A8A8A5DCC209}" dt="2023-03-03T08:03:19.344" v="405" actId="20577"/>
          <ac:spMkLst>
            <pc:docMk/>
            <pc:sldMk cId="195770807" sldId="281"/>
            <ac:spMk id="2" creationId="{BF279BE4-5C65-5CFC-56AD-96C533FE42AA}"/>
          </ac:spMkLst>
        </pc:spChg>
        <pc:spChg chg="add del">
          <ac:chgData name="Théo OLLIVIER" userId="5489e6a3-c6e2-4a06-a6ed-f9bbc873fb8f" providerId="ADAL" clId="{5FACB379-B7A3-45AA-8D71-A8A8A5DCC209}" dt="2023-03-03T08:04:27.901" v="417" actId="1032"/>
          <ac:spMkLst>
            <pc:docMk/>
            <pc:sldMk cId="195770807" sldId="281"/>
            <ac:spMk id="3" creationId="{9631CD4F-4BBF-3D93-88DA-98865081D9FF}"/>
          </ac:spMkLst>
        </pc:spChg>
        <pc:graphicFrameChg chg="add del modGraphic">
          <ac:chgData name="Théo OLLIVIER" userId="5489e6a3-c6e2-4a06-a6ed-f9bbc873fb8f" providerId="ADAL" clId="{5FACB379-B7A3-45AA-8D71-A8A8A5DCC209}" dt="2023-03-03T08:04:18.460" v="416" actId="1032"/>
          <ac:graphicFrameMkLst>
            <pc:docMk/>
            <pc:sldMk cId="195770807" sldId="281"/>
            <ac:graphicFrameMk id="4" creationId="{DF6FA9D7-982E-8644-841A-54F1F3903D75}"/>
          </ac:graphicFrameMkLst>
        </pc:graphicFrameChg>
        <pc:graphicFrameChg chg="add mod modGraphic">
          <ac:chgData name="Théo OLLIVIER" userId="5489e6a3-c6e2-4a06-a6ed-f9bbc873fb8f" providerId="ADAL" clId="{5FACB379-B7A3-45AA-8D71-A8A8A5DCC209}" dt="2023-03-03T08:08:37.757" v="571" actId="5793"/>
          <ac:graphicFrameMkLst>
            <pc:docMk/>
            <pc:sldMk cId="195770807" sldId="281"/>
            <ac:graphicFrameMk id="5" creationId="{6C072945-A51F-4512-5A7A-4C28802EC7F1}"/>
          </ac:graphicFrameMkLst>
        </pc:graphicFrameChg>
      </pc:sldChg>
      <pc:sldChg chg="modSp new mod">
        <pc:chgData name="Théo OLLIVIER" userId="5489e6a3-c6e2-4a06-a6ed-f9bbc873fb8f" providerId="ADAL" clId="{5FACB379-B7A3-45AA-8D71-A8A8A5DCC209}" dt="2023-03-03T08:13:26.819" v="1080" actId="207"/>
        <pc:sldMkLst>
          <pc:docMk/>
          <pc:sldMk cId="2721104498" sldId="282"/>
        </pc:sldMkLst>
        <pc:spChg chg="mod">
          <ac:chgData name="Théo OLLIVIER" userId="5489e6a3-c6e2-4a06-a6ed-f9bbc873fb8f" providerId="ADAL" clId="{5FACB379-B7A3-45AA-8D71-A8A8A5DCC209}" dt="2023-03-03T08:10:12.667" v="680" actId="20577"/>
          <ac:spMkLst>
            <pc:docMk/>
            <pc:sldMk cId="2721104498" sldId="282"/>
            <ac:spMk id="2" creationId="{FCB30C69-FA6E-D389-AEC7-75C1B15F7ED6}"/>
          </ac:spMkLst>
        </pc:spChg>
        <pc:spChg chg="mod">
          <ac:chgData name="Théo OLLIVIER" userId="5489e6a3-c6e2-4a06-a6ed-f9bbc873fb8f" providerId="ADAL" clId="{5FACB379-B7A3-45AA-8D71-A8A8A5DCC209}" dt="2023-03-03T08:13:26.819" v="1080" actId="207"/>
          <ac:spMkLst>
            <pc:docMk/>
            <pc:sldMk cId="2721104498" sldId="282"/>
            <ac:spMk id="3" creationId="{B5DE2164-C645-F227-3F16-02AE80A9230B}"/>
          </ac:spMkLst>
        </pc:spChg>
      </pc:sldChg>
      <pc:sldChg chg="addSp delSp modSp new mod modClrScheme chgLayout">
        <pc:chgData name="Théo OLLIVIER" userId="5489e6a3-c6e2-4a06-a6ed-f9bbc873fb8f" providerId="ADAL" clId="{5FACB379-B7A3-45AA-8D71-A8A8A5DCC209}" dt="2023-03-03T08:25:15.117" v="1747" actId="20577"/>
        <pc:sldMkLst>
          <pc:docMk/>
          <pc:sldMk cId="397429606" sldId="283"/>
        </pc:sldMkLst>
        <pc:spChg chg="del mod ord">
          <ac:chgData name="Théo OLLIVIER" userId="5489e6a3-c6e2-4a06-a6ed-f9bbc873fb8f" providerId="ADAL" clId="{5FACB379-B7A3-45AA-8D71-A8A8A5DCC209}" dt="2023-03-03T08:16:23.734" v="1239" actId="700"/>
          <ac:spMkLst>
            <pc:docMk/>
            <pc:sldMk cId="397429606" sldId="283"/>
            <ac:spMk id="2" creationId="{C219E944-518D-C96D-1BAC-3BE59D23C48D}"/>
          </ac:spMkLst>
        </pc:spChg>
        <pc:spChg chg="del mod ord">
          <ac:chgData name="Théo OLLIVIER" userId="5489e6a3-c6e2-4a06-a6ed-f9bbc873fb8f" providerId="ADAL" clId="{5FACB379-B7A3-45AA-8D71-A8A8A5DCC209}" dt="2023-03-03T08:16:23.734" v="1239" actId="700"/>
          <ac:spMkLst>
            <pc:docMk/>
            <pc:sldMk cId="397429606" sldId="283"/>
            <ac:spMk id="3" creationId="{D9BC0732-CA57-EB36-671A-47BFEB099B23}"/>
          </ac:spMkLst>
        </pc:spChg>
        <pc:spChg chg="add mod ord">
          <ac:chgData name="Théo OLLIVIER" userId="5489e6a3-c6e2-4a06-a6ed-f9bbc873fb8f" providerId="ADAL" clId="{5FACB379-B7A3-45AA-8D71-A8A8A5DCC209}" dt="2023-03-03T08:16:42.898" v="1282" actId="20577"/>
          <ac:spMkLst>
            <pc:docMk/>
            <pc:sldMk cId="397429606" sldId="283"/>
            <ac:spMk id="4" creationId="{7D901EB9-0E37-1339-A1E9-01E4F0399A73}"/>
          </ac:spMkLst>
        </pc:spChg>
        <pc:spChg chg="add mod ord">
          <ac:chgData name="Théo OLLIVIER" userId="5489e6a3-c6e2-4a06-a6ed-f9bbc873fb8f" providerId="ADAL" clId="{5FACB379-B7A3-45AA-8D71-A8A8A5DCC209}" dt="2023-03-03T08:19:46.492" v="1460" actId="20577"/>
          <ac:spMkLst>
            <pc:docMk/>
            <pc:sldMk cId="397429606" sldId="283"/>
            <ac:spMk id="5" creationId="{DDCA1DD9-FEBD-FB69-3A04-AD67E18393E2}"/>
          </ac:spMkLst>
        </pc:spChg>
        <pc:spChg chg="add mod">
          <ac:chgData name="Théo OLLIVIER" userId="5489e6a3-c6e2-4a06-a6ed-f9bbc873fb8f" providerId="ADAL" clId="{5FACB379-B7A3-45AA-8D71-A8A8A5DCC209}" dt="2023-03-03T08:25:15.117" v="1747" actId="20577"/>
          <ac:spMkLst>
            <pc:docMk/>
            <pc:sldMk cId="397429606" sldId="283"/>
            <ac:spMk id="7" creationId="{3A531E38-8EDA-2886-A5A3-C8F257E32E26}"/>
          </ac:spMkLst>
        </pc:spChg>
        <pc:picChg chg="add mod">
          <ac:chgData name="Théo OLLIVIER" userId="5489e6a3-c6e2-4a06-a6ed-f9bbc873fb8f" providerId="ADAL" clId="{5FACB379-B7A3-45AA-8D71-A8A8A5DCC209}" dt="2023-03-03T08:19:56.234" v="1461" actId="1076"/>
          <ac:picMkLst>
            <pc:docMk/>
            <pc:sldMk cId="397429606" sldId="283"/>
            <ac:picMk id="6" creationId="{420FFCF2-6E71-50C9-DF65-1545FF3FBFC3}"/>
          </ac:picMkLst>
        </pc:picChg>
      </pc:sldChg>
      <pc:sldChg chg="addSp delSp modSp new mod modNotesTx">
        <pc:chgData name="Théo OLLIVIER" userId="5489e6a3-c6e2-4a06-a6ed-f9bbc873fb8f" providerId="ADAL" clId="{5FACB379-B7A3-45AA-8D71-A8A8A5DCC209}" dt="2023-03-05T19:16:28.063" v="4754" actId="207"/>
        <pc:sldMkLst>
          <pc:docMk/>
          <pc:sldMk cId="4029996948" sldId="284"/>
        </pc:sldMkLst>
        <pc:spChg chg="mod">
          <ac:chgData name="Théo OLLIVIER" userId="5489e6a3-c6e2-4a06-a6ed-f9bbc873fb8f" providerId="ADAL" clId="{5FACB379-B7A3-45AA-8D71-A8A8A5DCC209}" dt="2023-03-05T19:02:39.223" v="3994" actId="20577"/>
          <ac:spMkLst>
            <pc:docMk/>
            <pc:sldMk cId="4029996948" sldId="284"/>
            <ac:spMk id="2" creationId="{01FA9898-727E-01DC-BC8E-10F371FCA680}"/>
          </ac:spMkLst>
        </pc:spChg>
        <pc:spChg chg="del">
          <ac:chgData name="Théo OLLIVIER" userId="5489e6a3-c6e2-4a06-a6ed-f9bbc873fb8f" providerId="ADAL" clId="{5FACB379-B7A3-45AA-8D71-A8A8A5DCC209}" dt="2023-03-05T19:03:00.505" v="3995" actId="3680"/>
          <ac:spMkLst>
            <pc:docMk/>
            <pc:sldMk cId="4029996948" sldId="284"/>
            <ac:spMk id="3" creationId="{3C67D664-84F4-0E9C-15C1-BAAEFCA24ECA}"/>
          </ac:spMkLst>
        </pc:spChg>
        <pc:spChg chg="add mod">
          <ac:chgData name="Théo OLLIVIER" userId="5489e6a3-c6e2-4a06-a6ed-f9bbc873fb8f" providerId="ADAL" clId="{5FACB379-B7A3-45AA-8D71-A8A8A5DCC209}" dt="2023-03-05T19:12:45.815" v="4575" actId="207"/>
          <ac:spMkLst>
            <pc:docMk/>
            <pc:sldMk cId="4029996948" sldId="284"/>
            <ac:spMk id="5" creationId="{2135A1D4-C29C-ACDC-01BF-1B5599248EFE}"/>
          </ac:spMkLst>
        </pc:spChg>
        <pc:spChg chg="add mod">
          <ac:chgData name="Théo OLLIVIER" userId="5489e6a3-c6e2-4a06-a6ed-f9bbc873fb8f" providerId="ADAL" clId="{5FACB379-B7A3-45AA-8D71-A8A8A5DCC209}" dt="2023-03-05T19:16:28.063" v="4754" actId="207"/>
          <ac:spMkLst>
            <pc:docMk/>
            <pc:sldMk cId="4029996948" sldId="284"/>
            <ac:spMk id="10" creationId="{EB91ACDD-29B8-C44E-951A-D5F53C6C2265}"/>
          </ac:spMkLst>
        </pc:spChg>
        <pc:graphicFrameChg chg="add mod ord modGraphic">
          <ac:chgData name="Théo OLLIVIER" userId="5489e6a3-c6e2-4a06-a6ed-f9bbc873fb8f" providerId="ADAL" clId="{5FACB379-B7A3-45AA-8D71-A8A8A5DCC209}" dt="2023-03-05T19:10:48.568" v="4451" actId="1076"/>
          <ac:graphicFrameMkLst>
            <pc:docMk/>
            <pc:sldMk cId="4029996948" sldId="284"/>
            <ac:graphicFrameMk id="4" creationId="{3323EFC4-1B49-96A8-0F7D-F30B3BECAA7A}"/>
          </ac:graphicFrameMkLst>
        </pc:graphicFrameChg>
        <pc:picChg chg="add del mod">
          <ac:chgData name="Théo OLLIVIER" userId="5489e6a3-c6e2-4a06-a6ed-f9bbc873fb8f" providerId="ADAL" clId="{5FACB379-B7A3-45AA-8D71-A8A8A5DCC209}" dt="2023-03-05T19:13:57.891" v="4580" actId="931"/>
          <ac:picMkLst>
            <pc:docMk/>
            <pc:sldMk cId="4029996948" sldId="284"/>
            <ac:picMk id="7" creationId="{B59255BE-77AD-04E7-A399-68D7FD1A892A}"/>
          </ac:picMkLst>
        </pc:picChg>
        <pc:picChg chg="add mod">
          <ac:chgData name="Théo OLLIVIER" userId="5489e6a3-c6e2-4a06-a6ed-f9bbc873fb8f" providerId="ADAL" clId="{5FACB379-B7A3-45AA-8D71-A8A8A5DCC209}" dt="2023-03-05T19:14:50.707" v="4582" actId="1076"/>
          <ac:picMkLst>
            <pc:docMk/>
            <pc:sldMk cId="4029996948" sldId="284"/>
            <ac:picMk id="9" creationId="{49C75CF2-1F53-81F3-B16A-DDC55D7BB5B0}"/>
          </ac:picMkLst>
        </pc:picChg>
      </pc:sldChg>
      <pc:sldChg chg="addSp delSp modSp new mod">
        <pc:chgData name="Théo OLLIVIER" userId="5489e6a3-c6e2-4a06-a6ed-f9bbc873fb8f" providerId="ADAL" clId="{5FACB379-B7A3-45AA-8D71-A8A8A5DCC209}" dt="2023-03-10T08:31:23.494" v="5262" actId="20577"/>
        <pc:sldMkLst>
          <pc:docMk/>
          <pc:sldMk cId="2161751692" sldId="285"/>
        </pc:sldMkLst>
        <pc:spChg chg="mod">
          <ac:chgData name="Théo OLLIVIER" userId="5489e6a3-c6e2-4a06-a6ed-f9bbc873fb8f" providerId="ADAL" clId="{5FACB379-B7A3-45AA-8D71-A8A8A5DCC209}" dt="2023-03-10T08:26:57.006" v="4783" actId="20577"/>
          <ac:spMkLst>
            <pc:docMk/>
            <pc:sldMk cId="2161751692" sldId="285"/>
            <ac:spMk id="2" creationId="{D301A103-F27E-1ABC-5C06-9EDDA059D8F0}"/>
          </ac:spMkLst>
        </pc:spChg>
        <pc:spChg chg="mod">
          <ac:chgData name="Théo OLLIVIER" userId="5489e6a3-c6e2-4a06-a6ed-f9bbc873fb8f" providerId="ADAL" clId="{5FACB379-B7A3-45AA-8D71-A8A8A5DCC209}" dt="2023-03-10T08:31:23.494" v="5262" actId="20577"/>
          <ac:spMkLst>
            <pc:docMk/>
            <pc:sldMk cId="2161751692" sldId="285"/>
            <ac:spMk id="3" creationId="{B3C35304-460A-8B65-181B-0732A330C908}"/>
          </ac:spMkLst>
        </pc:spChg>
        <pc:picChg chg="add del mod">
          <ac:chgData name="Théo OLLIVIER" userId="5489e6a3-c6e2-4a06-a6ed-f9bbc873fb8f" providerId="ADAL" clId="{5FACB379-B7A3-45AA-8D71-A8A8A5DCC209}" dt="2023-03-10T08:30:46.601" v="5251" actId="931"/>
          <ac:picMkLst>
            <pc:docMk/>
            <pc:sldMk cId="2161751692" sldId="285"/>
            <ac:picMk id="5" creationId="{0E042197-0D4A-01CF-06F7-E7BC52A1E22A}"/>
          </ac:picMkLst>
        </pc:picChg>
      </pc:sldChg>
      <pc:sldChg chg="addSp modSp new mod">
        <pc:chgData name="Théo OLLIVIER" userId="5489e6a3-c6e2-4a06-a6ed-f9bbc873fb8f" providerId="ADAL" clId="{5FACB379-B7A3-45AA-8D71-A8A8A5DCC209}" dt="2023-03-10T08:34:09.051" v="5617" actId="1076"/>
        <pc:sldMkLst>
          <pc:docMk/>
          <pc:sldMk cId="1985113734" sldId="286"/>
        </pc:sldMkLst>
        <pc:spChg chg="mod">
          <ac:chgData name="Théo OLLIVIER" userId="5489e6a3-c6e2-4a06-a6ed-f9bbc873fb8f" providerId="ADAL" clId="{5FACB379-B7A3-45AA-8D71-A8A8A5DCC209}" dt="2023-03-10T08:31:35.295" v="5271" actId="20577"/>
          <ac:spMkLst>
            <pc:docMk/>
            <pc:sldMk cId="1985113734" sldId="286"/>
            <ac:spMk id="2" creationId="{F02B7ECE-E78A-E78E-1691-749C6E0F02E0}"/>
          </ac:spMkLst>
        </pc:spChg>
        <pc:spChg chg="mod">
          <ac:chgData name="Théo OLLIVIER" userId="5489e6a3-c6e2-4a06-a6ed-f9bbc873fb8f" providerId="ADAL" clId="{5FACB379-B7A3-45AA-8D71-A8A8A5DCC209}" dt="2023-03-10T08:33:55.957" v="5614" actId="20577"/>
          <ac:spMkLst>
            <pc:docMk/>
            <pc:sldMk cId="1985113734" sldId="286"/>
            <ac:spMk id="3" creationId="{92FB7E5E-F1F0-5DE3-1D1E-E20A9F96B0B1}"/>
          </ac:spMkLst>
        </pc:spChg>
        <pc:spChg chg="add mod">
          <ac:chgData name="Théo OLLIVIER" userId="5489e6a3-c6e2-4a06-a6ed-f9bbc873fb8f" providerId="ADAL" clId="{5FACB379-B7A3-45AA-8D71-A8A8A5DCC209}" dt="2023-03-10T08:33:49.543" v="5611"/>
          <ac:spMkLst>
            <pc:docMk/>
            <pc:sldMk cId="1985113734" sldId="286"/>
            <ac:spMk id="8" creationId="{0F4DD762-C3DD-2F05-0A5D-8F06D01866E8}"/>
          </ac:spMkLst>
        </pc:spChg>
        <pc:spChg chg="add mod">
          <ac:chgData name="Théo OLLIVIER" userId="5489e6a3-c6e2-4a06-a6ed-f9bbc873fb8f" providerId="ADAL" clId="{5FACB379-B7A3-45AA-8D71-A8A8A5DCC209}" dt="2023-03-10T08:33:49.543" v="5611"/>
          <ac:spMkLst>
            <pc:docMk/>
            <pc:sldMk cId="1985113734" sldId="286"/>
            <ac:spMk id="9" creationId="{16D310D8-4AEA-D998-364E-D4F41E03A0B5}"/>
          </ac:spMkLst>
        </pc:spChg>
        <pc:spChg chg="add mod">
          <ac:chgData name="Théo OLLIVIER" userId="5489e6a3-c6e2-4a06-a6ed-f9bbc873fb8f" providerId="ADAL" clId="{5FACB379-B7A3-45AA-8D71-A8A8A5DCC209}" dt="2023-03-10T08:33:49.543" v="5611"/>
          <ac:spMkLst>
            <pc:docMk/>
            <pc:sldMk cId="1985113734" sldId="286"/>
            <ac:spMk id="10" creationId="{0B469488-E781-C51C-97D9-D6BA3DA9813C}"/>
          </ac:spMkLst>
        </pc:spChg>
        <pc:spChg chg="add mod">
          <ac:chgData name="Théo OLLIVIER" userId="5489e6a3-c6e2-4a06-a6ed-f9bbc873fb8f" providerId="ADAL" clId="{5FACB379-B7A3-45AA-8D71-A8A8A5DCC209}" dt="2023-03-10T08:33:49.543" v="5611"/>
          <ac:spMkLst>
            <pc:docMk/>
            <pc:sldMk cId="1985113734" sldId="286"/>
            <ac:spMk id="12" creationId="{4B4244AC-C596-D6EB-0522-80C44738966A}"/>
          </ac:spMkLst>
        </pc:spChg>
        <pc:spChg chg="add mod">
          <ac:chgData name="Théo OLLIVIER" userId="5489e6a3-c6e2-4a06-a6ed-f9bbc873fb8f" providerId="ADAL" clId="{5FACB379-B7A3-45AA-8D71-A8A8A5DCC209}" dt="2023-03-10T08:33:49.543" v="5611"/>
          <ac:spMkLst>
            <pc:docMk/>
            <pc:sldMk cId="1985113734" sldId="286"/>
            <ac:spMk id="13" creationId="{7A94EC23-1C06-B4B1-3B63-687CE5989C2F}"/>
          </ac:spMkLst>
        </pc:spChg>
        <pc:spChg chg="add mod">
          <ac:chgData name="Théo OLLIVIER" userId="5489e6a3-c6e2-4a06-a6ed-f9bbc873fb8f" providerId="ADAL" clId="{5FACB379-B7A3-45AA-8D71-A8A8A5DCC209}" dt="2023-03-10T08:33:54.593" v="5613"/>
          <ac:spMkLst>
            <pc:docMk/>
            <pc:sldMk cId="1985113734" sldId="286"/>
            <ac:spMk id="18" creationId="{0F4DD762-C3DD-2F05-0A5D-8F06D01866E8}"/>
          </ac:spMkLst>
        </pc:spChg>
        <pc:spChg chg="add mod">
          <ac:chgData name="Théo OLLIVIER" userId="5489e6a3-c6e2-4a06-a6ed-f9bbc873fb8f" providerId="ADAL" clId="{5FACB379-B7A3-45AA-8D71-A8A8A5DCC209}" dt="2023-03-10T08:33:54.593" v="5613"/>
          <ac:spMkLst>
            <pc:docMk/>
            <pc:sldMk cId="1985113734" sldId="286"/>
            <ac:spMk id="19" creationId="{16D310D8-4AEA-D998-364E-D4F41E03A0B5}"/>
          </ac:spMkLst>
        </pc:spChg>
        <pc:spChg chg="add mod">
          <ac:chgData name="Théo OLLIVIER" userId="5489e6a3-c6e2-4a06-a6ed-f9bbc873fb8f" providerId="ADAL" clId="{5FACB379-B7A3-45AA-8D71-A8A8A5DCC209}" dt="2023-03-10T08:33:54.593" v="5613"/>
          <ac:spMkLst>
            <pc:docMk/>
            <pc:sldMk cId="1985113734" sldId="286"/>
            <ac:spMk id="20" creationId="{0B469488-E781-C51C-97D9-D6BA3DA9813C}"/>
          </ac:spMkLst>
        </pc:spChg>
        <pc:spChg chg="add mod">
          <ac:chgData name="Théo OLLIVIER" userId="5489e6a3-c6e2-4a06-a6ed-f9bbc873fb8f" providerId="ADAL" clId="{5FACB379-B7A3-45AA-8D71-A8A8A5DCC209}" dt="2023-03-10T08:33:54.593" v="5613"/>
          <ac:spMkLst>
            <pc:docMk/>
            <pc:sldMk cId="1985113734" sldId="286"/>
            <ac:spMk id="22" creationId="{4B4244AC-C596-D6EB-0522-80C44738966A}"/>
          </ac:spMkLst>
        </pc:spChg>
        <pc:spChg chg="add mod">
          <ac:chgData name="Théo OLLIVIER" userId="5489e6a3-c6e2-4a06-a6ed-f9bbc873fb8f" providerId="ADAL" clId="{5FACB379-B7A3-45AA-8D71-A8A8A5DCC209}" dt="2023-03-10T08:33:54.593" v="5613"/>
          <ac:spMkLst>
            <pc:docMk/>
            <pc:sldMk cId="1985113734" sldId="286"/>
            <ac:spMk id="23" creationId="{7A94EC23-1C06-B4B1-3B63-687CE5989C2F}"/>
          </ac:spMkLst>
        </pc:spChg>
        <pc:spChg chg="add mod">
          <ac:chgData name="Théo OLLIVIER" userId="5489e6a3-c6e2-4a06-a6ed-f9bbc873fb8f" providerId="ADAL" clId="{5FACB379-B7A3-45AA-8D71-A8A8A5DCC209}" dt="2023-03-10T08:33:56.675" v="5615"/>
          <ac:spMkLst>
            <pc:docMk/>
            <pc:sldMk cId="1985113734" sldId="286"/>
            <ac:spMk id="28" creationId="{0F4DD762-C3DD-2F05-0A5D-8F06D01866E8}"/>
          </ac:spMkLst>
        </pc:spChg>
        <pc:spChg chg="add mod">
          <ac:chgData name="Théo OLLIVIER" userId="5489e6a3-c6e2-4a06-a6ed-f9bbc873fb8f" providerId="ADAL" clId="{5FACB379-B7A3-45AA-8D71-A8A8A5DCC209}" dt="2023-03-10T08:33:56.675" v="5615"/>
          <ac:spMkLst>
            <pc:docMk/>
            <pc:sldMk cId="1985113734" sldId="286"/>
            <ac:spMk id="29" creationId="{16D310D8-4AEA-D998-364E-D4F41E03A0B5}"/>
          </ac:spMkLst>
        </pc:spChg>
        <pc:spChg chg="add mod">
          <ac:chgData name="Théo OLLIVIER" userId="5489e6a3-c6e2-4a06-a6ed-f9bbc873fb8f" providerId="ADAL" clId="{5FACB379-B7A3-45AA-8D71-A8A8A5DCC209}" dt="2023-03-10T08:33:56.675" v="5615"/>
          <ac:spMkLst>
            <pc:docMk/>
            <pc:sldMk cId="1985113734" sldId="286"/>
            <ac:spMk id="30" creationId="{0B469488-E781-C51C-97D9-D6BA3DA9813C}"/>
          </ac:spMkLst>
        </pc:spChg>
        <pc:spChg chg="add mod">
          <ac:chgData name="Théo OLLIVIER" userId="5489e6a3-c6e2-4a06-a6ed-f9bbc873fb8f" providerId="ADAL" clId="{5FACB379-B7A3-45AA-8D71-A8A8A5DCC209}" dt="2023-03-10T08:33:56.675" v="5615"/>
          <ac:spMkLst>
            <pc:docMk/>
            <pc:sldMk cId="1985113734" sldId="286"/>
            <ac:spMk id="32" creationId="{4B4244AC-C596-D6EB-0522-80C44738966A}"/>
          </ac:spMkLst>
        </pc:spChg>
        <pc:spChg chg="add mod">
          <ac:chgData name="Théo OLLIVIER" userId="5489e6a3-c6e2-4a06-a6ed-f9bbc873fb8f" providerId="ADAL" clId="{5FACB379-B7A3-45AA-8D71-A8A8A5DCC209}" dt="2023-03-10T08:33:56.675" v="5615"/>
          <ac:spMkLst>
            <pc:docMk/>
            <pc:sldMk cId="1985113734" sldId="286"/>
            <ac:spMk id="33" creationId="{7A94EC23-1C06-B4B1-3B63-687CE5989C2F}"/>
          </ac:spMkLst>
        </pc:spChg>
        <pc:grpChg chg="add mod">
          <ac:chgData name="Théo OLLIVIER" userId="5489e6a3-c6e2-4a06-a6ed-f9bbc873fb8f" providerId="ADAL" clId="{5FACB379-B7A3-45AA-8D71-A8A8A5DCC209}" dt="2023-03-10T08:33:49.543" v="5611"/>
          <ac:grpSpMkLst>
            <pc:docMk/>
            <pc:sldMk cId="1985113734" sldId="286"/>
            <ac:grpSpMk id="4" creationId="{B63BF929-3254-37FA-3FF3-68196B9B345A}"/>
          </ac:grpSpMkLst>
        </pc:grpChg>
        <pc:grpChg chg="add mod">
          <ac:chgData name="Théo OLLIVIER" userId="5489e6a3-c6e2-4a06-a6ed-f9bbc873fb8f" providerId="ADAL" clId="{5FACB379-B7A3-45AA-8D71-A8A8A5DCC209}" dt="2023-03-10T08:33:54.593" v="5613"/>
          <ac:grpSpMkLst>
            <pc:docMk/>
            <pc:sldMk cId="1985113734" sldId="286"/>
            <ac:grpSpMk id="14" creationId="{B63BF929-3254-37FA-3FF3-68196B9B345A}"/>
          </ac:grpSpMkLst>
        </pc:grpChg>
        <pc:grpChg chg="add mod">
          <ac:chgData name="Théo OLLIVIER" userId="5489e6a3-c6e2-4a06-a6ed-f9bbc873fb8f" providerId="ADAL" clId="{5FACB379-B7A3-45AA-8D71-A8A8A5DCC209}" dt="2023-03-10T08:34:09.051" v="5617" actId="1076"/>
          <ac:grpSpMkLst>
            <pc:docMk/>
            <pc:sldMk cId="1985113734" sldId="286"/>
            <ac:grpSpMk id="24" creationId="{B63BF929-3254-37FA-3FF3-68196B9B345A}"/>
          </ac:grpSpMkLst>
        </pc:grpChg>
        <pc:cxnChg chg="add mod">
          <ac:chgData name="Théo OLLIVIER" userId="5489e6a3-c6e2-4a06-a6ed-f9bbc873fb8f" providerId="ADAL" clId="{5FACB379-B7A3-45AA-8D71-A8A8A5DCC209}" dt="2023-03-10T08:33:49.543" v="5611"/>
          <ac:cxnSpMkLst>
            <pc:docMk/>
            <pc:sldMk cId="1985113734" sldId="286"/>
            <ac:cxnSpMk id="5" creationId="{6AF52B75-7757-246E-9830-375840D7C453}"/>
          </ac:cxnSpMkLst>
        </pc:cxnChg>
        <pc:cxnChg chg="add mod">
          <ac:chgData name="Théo OLLIVIER" userId="5489e6a3-c6e2-4a06-a6ed-f9bbc873fb8f" providerId="ADAL" clId="{5FACB379-B7A3-45AA-8D71-A8A8A5DCC209}" dt="2023-03-10T08:33:49.543" v="5611"/>
          <ac:cxnSpMkLst>
            <pc:docMk/>
            <pc:sldMk cId="1985113734" sldId="286"/>
            <ac:cxnSpMk id="6" creationId="{F5286982-F86B-D64C-DBF5-DDBAA0B90163}"/>
          </ac:cxnSpMkLst>
        </pc:cxnChg>
        <pc:cxnChg chg="add mod">
          <ac:chgData name="Théo OLLIVIER" userId="5489e6a3-c6e2-4a06-a6ed-f9bbc873fb8f" providerId="ADAL" clId="{5FACB379-B7A3-45AA-8D71-A8A8A5DCC209}" dt="2023-03-10T08:33:49.543" v="5611"/>
          <ac:cxnSpMkLst>
            <pc:docMk/>
            <pc:sldMk cId="1985113734" sldId="286"/>
            <ac:cxnSpMk id="7" creationId="{B3E3A14E-ABFF-3E73-E6A8-91904077031F}"/>
          </ac:cxnSpMkLst>
        </pc:cxnChg>
        <pc:cxnChg chg="add mod">
          <ac:chgData name="Théo OLLIVIER" userId="5489e6a3-c6e2-4a06-a6ed-f9bbc873fb8f" providerId="ADAL" clId="{5FACB379-B7A3-45AA-8D71-A8A8A5DCC209}" dt="2023-03-10T08:33:49.543" v="5611"/>
          <ac:cxnSpMkLst>
            <pc:docMk/>
            <pc:sldMk cId="1985113734" sldId="286"/>
            <ac:cxnSpMk id="11" creationId="{B1803256-29F0-732C-0A59-E2AD4E429B02}"/>
          </ac:cxnSpMkLst>
        </pc:cxnChg>
        <pc:cxnChg chg="add mod">
          <ac:chgData name="Théo OLLIVIER" userId="5489e6a3-c6e2-4a06-a6ed-f9bbc873fb8f" providerId="ADAL" clId="{5FACB379-B7A3-45AA-8D71-A8A8A5DCC209}" dt="2023-03-10T08:33:54.593" v="5613"/>
          <ac:cxnSpMkLst>
            <pc:docMk/>
            <pc:sldMk cId="1985113734" sldId="286"/>
            <ac:cxnSpMk id="15" creationId="{6AF52B75-7757-246E-9830-375840D7C453}"/>
          </ac:cxnSpMkLst>
        </pc:cxnChg>
        <pc:cxnChg chg="add mod">
          <ac:chgData name="Théo OLLIVIER" userId="5489e6a3-c6e2-4a06-a6ed-f9bbc873fb8f" providerId="ADAL" clId="{5FACB379-B7A3-45AA-8D71-A8A8A5DCC209}" dt="2023-03-10T08:33:54.593" v="5613"/>
          <ac:cxnSpMkLst>
            <pc:docMk/>
            <pc:sldMk cId="1985113734" sldId="286"/>
            <ac:cxnSpMk id="16" creationId="{F5286982-F86B-D64C-DBF5-DDBAA0B90163}"/>
          </ac:cxnSpMkLst>
        </pc:cxnChg>
        <pc:cxnChg chg="add mod">
          <ac:chgData name="Théo OLLIVIER" userId="5489e6a3-c6e2-4a06-a6ed-f9bbc873fb8f" providerId="ADAL" clId="{5FACB379-B7A3-45AA-8D71-A8A8A5DCC209}" dt="2023-03-10T08:33:54.593" v="5613"/>
          <ac:cxnSpMkLst>
            <pc:docMk/>
            <pc:sldMk cId="1985113734" sldId="286"/>
            <ac:cxnSpMk id="17" creationId="{B3E3A14E-ABFF-3E73-E6A8-91904077031F}"/>
          </ac:cxnSpMkLst>
        </pc:cxnChg>
        <pc:cxnChg chg="add mod">
          <ac:chgData name="Théo OLLIVIER" userId="5489e6a3-c6e2-4a06-a6ed-f9bbc873fb8f" providerId="ADAL" clId="{5FACB379-B7A3-45AA-8D71-A8A8A5DCC209}" dt="2023-03-10T08:33:54.593" v="5613"/>
          <ac:cxnSpMkLst>
            <pc:docMk/>
            <pc:sldMk cId="1985113734" sldId="286"/>
            <ac:cxnSpMk id="21" creationId="{B1803256-29F0-732C-0A59-E2AD4E429B02}"/>
          </ac:cxnSpMkLst>
        </pc:cxnChg>
        <pc:cxnChg chg="add mod">
          <ac:chgData name="Théo OLLIVIER" userId="5489e6a3-c6e2-4a06-a6ed-f9bbc873fb8f" providerId="ADAL" clId="{5FACB379-B7A3-45AA-8D71-A8A8A5DCC209}" dt="2023-03-10T08:33:56.675" v="5615"/>
          <ac:cxnSpMkLst>
            <pc:docMk/>
            <pc:sldMk cId="1985113734" sldId="286"/>
            <ac:cxnSpMk id="25" creationId="{6AF52B75-7757-246E-9830-375840D7C453}"/>
          </ac:cxnSpMkLst>
        </pc:cxnChg>
        <pc:cxnChg chg="add mod">
          <ac:chgData name="Théo OLLIVIER" userId="5489e6a3-c6e2-4a06-a6ed-f9bbc873fb8f" providerId="ADAL" clId="{5FACB379-B7A3-45AA-8D71-A8A8A5DCC209}" dt="2023-03-10T08:33:56.675" v="5615"/>
          <ac:cxnSpMkLst>
            <pc:docMk/>
            <pc:sldMk cId="1985113734" sldId="286"/>
            <ac:cxnSpMk id="26" creationId="{F5286982-F86B-D64C-DBF5-DDBAA0B90163}"/>
          </ac:cxnSpMkLst>
        </pc:cxnChg>
        <pc:cxnChg chg="add mod">
          <ac:chgData name="Théo OLLIVIER" userId="5489e6a3-c6e2-4a06-a6ed-f9bbc873fb8f" providerId="ADAL" clId="{5FACB379-B7A3-45AA-8D71-A8A8A5DCC209}" dt="2023-03-10T08:33:56.675" v="5615"/>
          <ac:cxnSpMkLst>
            <pc:docMk/>
            <pc:sldMk cId="1985113734" sldId="286"/>
            <ac:cxnSpMk id="27" creationId="{B3E3A14E-ABFF-3E73-E6A8-91904077031F}"/>
          </ac:cxnSpMkLst>
        </pc:cxnChg>
        <pc:cxnChg chg="add mod">
          <ac:chgData name="Théo OLLIVIER" userId="5489e6a3-c6e2-4a06-a6ed-f9bbc873fb8f" providerId="ADAL" clId="{5FACB379-B7A3-45AA-8D71-A8A8A5DCC209}" dt="2023-03-10T08:33:56.675" v="5615"/>
          <ac:cxnSpMkLst>
            <pc:docMk/>
            <pc:sldMk cId="1985113734" sldId="286"/>
            <ac:cxnSpMk id="31" creationId="{B1803256-29F0-732C-0A59-E2AD4E429B02}"/>
          </ac:cxnSpMkLst>
        </pc:cxnChg>
      </pc:sldChg>
    </pc:docChg>
  </pc:docChgLst>
  <pc:docChgLst>
    <pc:chgData name="Théo OLLIVIER" userId="5489e6a3-c6e2-4a06-a6ed-f9bbc873fb8f" providerId="ADAL" clId="{5CD03979-FA4E-4C0E-8142-0BC8B5A03392}"/>
    <pc:docChg chg="undo custSel addSld delSld modSld">
      <pc:chgData name="Théo OLLIVIER" userId="5489e6a3-c6e2-4a06-a6ed-f9bbc873fb8f" providerId="ADAL" clId="{5CD03979-FA4E-4C0E-8142-0BC8B5A03392}" dt="2023-02-27T14:55:11.256" v="3497" actId="20577"/>
      <pc:docMkLst>
        <pc:docMk/>
      </pc:docMkLst>
      <pc:sldChg chg="modSp mod">
        <pc:chgData name="Théo OLLIVIER" userId="5489e6a3-c6e2-4a06-a6ed-f9bbc873fb8f" providerId="ADAL" clId="{5CD03979-FA4E-4C0E-8142-0BC8B5A03392}" dt="2023-02-17T10:41:27.429" v="141" actId="20577"/>
        <pc:sldMkLst>
          <pc:docMk/>
          <pc:sldMk cId="1732698309" sldId="258"/>
        </pc:sldMkLst>
        <pc:spChg chg="mod">
          <ac:chgData name="Théo OLLIVIER" userId="5489e6a3-c6e2-4a06-a6ed-f9bbc873fb8f" providerId="ADAL" clId="{5CD03979-FA4E-4C0E-8142-0BC8B5A03392}" dt="2023-02-17T10:41:27.429" v="141" actId="20577"/>
          <ac:spMkLst>
            <pc:docMk/>
            <pc:sldMk cId="1732698309" sldId="258"/>
            <ac:spMk id="3" creationId="{00000000-0000-0000-0000-000000000000}"/>
          </ac:spMkLst>
        </pc:spChg>
      </pc:sldChg>
      <pc:sldChg chg="modSp del mod">
        <pc:chgData name="Théo OLLIVIER" userId="5489e6a3-c6e2-4a06-a6ed-f9bbc873fb8f" providerId="ADAL" clId="{5CD03979-FA4E-4C0E-8142-0BC8B5A03392}" dt="2023-02-27T13:17:23.585" v="1754" actId="2696"/>
        <pc:sldMkLst>
          <pc:docMk/>
          <pc:sldMk cId="1440355687" sldId="260"/>
        </pc:sldMkLst>
        <pc:spChg chg="mod">
          <ac:chgData name="Théo OLLIVIER" userId="5489e6a3-c6e2-4a06-a6ed-f9bbc873fb8f" providerId="ADAL" clId="{5CD03979-FA4E-4C0E-8142-0BC8B5A03392}" dt="2023-02-17T10:38:29.031" v="57" actId="20577"/>
          <ac:spMkLst>
            <pc:docMk/>
            <pc:sldMk cId="1440355687" sldId="260"/>
            <ac:spMk id="13" creationId="{00000000-0000-0000-0000-000000000000}"/>
          </ac:spMkLst>
        </pc:spChg>
        <pc:spChg chg="mod">
          <ac:chgData name="Théo OLLIVIER" userId="5489e6a3-c6e2-4a06-a6ed-f9bbc873fb8f" providerId="ADAL" clId="{5CD03979-FA4E-4C0E-8142-0BC8B5A03392}" dt="2023-02-17T10:43:30.690" v="327" actId="20577"/>
          <ac:spMkLst>
            <pc:docMk/>
            <pc:sldMk cId="1440355687" sldId="260"/>
            <ac:spMk id="14" creationId="{00000000-0000-0000-0000-000000000000}"/>
          </ac:spMkLst>
        </pc:spChg>
      </pc:sldChg>
      <pc:sldChg chg="del">
        <pc:chgData name="Théo OLLIVIER" userId="5489e6a3-c6e2-4a06-a6ed-f9bbc873fb8f" providerId="ADAL" clId="{5CD03979-FA4E-4C0E-8142-0BC8B5A03392}" dt="2023-02-27T13:17:01.862" v="1750" actId="2696"/>
        <pc:sldMkLst>
          <pc:docMk/>
          <pc:sldMk cId="1848256825" sldId="261"/>
        </pc:sldMkLst>
      </pc:sldChg>
      <pc:sldChg chg="del">
        <pc:chgData name="Théo OLLIVIER" userId="5489e6a3-c6e2-4a06-a6ed-f9bbc873fb8f" providerId="ADAL" clId="{5CD03979-FA4E-4C0E-8142-0BC8B5A03392}" dt="2023-02-27T13:17:05.069" v="1751" actId="2696"/>
        <pc:sldMkLst>
          <pc:docMk/>
          <pc:sldMk cId="880705590" sldId="262"/>
        </pc:sldMkLst>
      </pc:sldChg>
      <pc:sldChg chg="del">
        <pc:chgData name="Théo OLLIVIER" userId="5489e6a3-c6e2-4a06-a6ed-f9bbc873fb8f" providerId="ADAL" clId="{5CD03979-FA4E-4C0E-8142-0BC8B5A03392}" dt="2023-02-27T13:17:07.721" v="1752" actId="2696"/>
        <pc:sldMkLst>
          <pc:docMk/>
          <pc:sldMk cId="2249699226" sldId="263"/>
        </pc:sldMkLst>
      </pc:sldChg>
      <pc:sldChg chg="del">
        <pc:chgData name="Théo OLLIVIER" userId="5489e6a3-c6e2-4a06-a6ed-f9bbc873fb8f" providerId="ADAL" clId="{5CD03979-FA4E-4C0E-8142-0BC8B5A03392}" dt="2023-02-27T13:17:14.713" v="1753" actId="2696"/>
        <pc:sldMkLst>
          <pc:docMk/>
          <pc:sldMk cId="3240797513" sldId="264"/>
        </pc:sldMkLst>
      </pc:sldChg>
      <pc:sldChg chg="del">
        <pc:chgData name="Théo OLLIVIER" userId="5489e6a3-c6e2-4a06-a6ed-f9bbc873fb8f" providerId="ADAL" clId="{5CD03979-FA4E-4C0E-8142-0BC8B5A03392}" dt="2023-02-27T13:17:14.713" v="1753" actId="2696"/>
        <pc:sldMkLst>
          <pc:docMk/>
          <pc:sldMk cId="888304381" sldId="265"/>
        </pc:sldMkLst>
      </pc:sldChg>
      <pc:sldChg chg="del">
        <pc:chgData name="Théo OLLIVIER" userId="5489e6a3-c6e2-4a06-a6ed-f9bbc873fb8f" providerId="ADAL" clId="{5CD03979-FA4E-4C0E-8142-0BC8B5A03392}" dt="2023-02-27T13:17:14.713" v="1753" actId="2696"/>
        <pc:sldMkLst>
          <pc:docMk/>
          <pc:sldMk cId="2902466307" sldId="266"/>
        </pc:sldMkLst>
      </pc:sldChg>
      <pc:sldChg chg="del">
        <pc:chgData name="Théo OLLIVIER" userId="5489e6a3-c6e2-4a06-a6ed-f9bbc873fb8f" providerId="ADAL" clId="{5CD03979-FA4E-4C0E-8142-0BC8B5A03392}" dt="2023-02-27T13:17:14.713" v="1753" actId="2696"/>
        <pc:sldMkLst>
          <pc:docMk/>
          <pc:sldMk cId="3350644395" sldId="267"/>
        </pc:sldMkLst>
      </pc:sldChg>
      <pc:sldChg chg="del">
        <pc:chgData name="Théo OLLIVIER" userId="5489e6a3-c6e2-4a06-a6ed-f9bbc873fb8f" providerId="ADAL" clId="{5CD03979-FA4E-4C0E-8142-0BC8B5A03392}" dt="2023-02-27T13:17:14.713" v="1753" actId="2696"/>
        <pc:sldMkLst>
          <pc:docMk/>
          <pc:sldMk cId="1457430339" sldId="268"/>
        </pc:sldMkLst>
      </pc:sldChg>
      <pc:sldChg chg="del">
        <pc:chgData name="Théo OLLIVIER" userId="5489e6a3-c6e2-4a06-a6ed-f9bbc873fb8f" providerId="ADAL" clId="{5CD03979-FA4E-4C0E-8142-0BC8B5A03392}" dt="2023-02-27T13:17:14.713" v="1753" actId="2696"/>
        <pc:sldMkLst>
          <pc:docMk/>
          <pc:sldMk cId="3734198996" sldId="269"/>
        </pc:sldMkLst>
      </pc:sldChg>
      <pc:sldChg chg="modSp new mod">
        <pc:chgData name="Théo OLLIVIER" userId="5489e6a3-c6e2-4a06-a6ed-f9bbc873fb8f" providerId="ADAL" clId="{5CD03979-FA4E-4C0E-8142-0BC8B5A03392}" dt="2023-02-27T12:55:48.408" v="1094" actId="5793"/>
        <pc:sldMkLst>
          <pc:docMk/>
          <pc:sldMk cId="2347976747" sldId="270"/>
        </pc:sldMkLst>
        <pc:spChg chg="mod">
          <ac:chgData name="Théo OLLIVIER" userId="5489e6a3-c6e2-4a06-a6ed-f9bbc873fb8f" providerId="ADAL" clId="{5CD03979-FA4E-4C0E-8142-0BC8B5A03392}" dt="2023-02-27T12:55:48.408" v="1094" actId="5793"/>
          <ac:spMkLst>
            <pc:docMk/>
            <pc:sldMk cId="2347976747" sldId="270"/>
            <ac:spMk id="2" creationId="{565C8478-7BEB-65C7-3DC3-566E071137FD}"/>
          </ac:spMkLst>
        </pc:spChg>
        <pc:spChg chg="mod">
          <ac:chgData name="Théo OLLIVIER" userId="5489e6a3-c6e2-4a06-a6ed-f9bbc873fb8f" providerId="ADAL" clId="{5CD03979-FA4E-4C0E-8142-0BC8B5A03392}" dt="2023-02-27T12:55:05.263" v="1065" actId="20577"/>
          <ac:spMkLst>
            <pc:docMk/>
            <pc:sldMk cId="2347976747" sldId="270"/>
            <ac:spMk id="3" creationId="{061EBA32-457F-7120-5BB2-CC59DEEDB2B6}"/>
          </ac:spMkLst>
        </pc:spChg>
      </pc:sldChg>
      <pc:sldChg chg="modSp new mod">
        <pc:chgData name="Théo OLLIVIER" userId="5489e6a3-c6e2-4a06-a6ed-f9bbc873fb8f" providerId="ADAL" clId="{5CD03979-FA4E-4C0E-8142-0BC8B5A03392}" dt="2023-02-27T12:45:36.584" v="583" actId="20577"/>
        <pc:sldMkLst>
          <pc:docMk/>
          <pc:sldMk cId="1835005687" sldId="271"/>
        </pc:sldMkLst>
        <pc:spChg chg="mod">
          <ac:chgData name="Théo OLLIVIER" userId="5489e6a3-c6e2-4a06-a6ed-f9bbc873fb8f" providerId="ADAL" clId="{5CD03979-FA4E-4C0E-8142-0BC8B5A03392}" dt="2023-02-27T12:37:36.783" v="366" actId="20577"/>
          <ac:spMkLst>
            <pc:docMk/>
            <pc:sldMk cId="1835005687" sldId="271"/>
            <ac:spMk id="2" creationId="{B1FD87DF-2000-9C1E-DD82-1242F6B3A216}"/>
          </ac:spMkLst>
        </pc:spChg>
        <pc:spChg chg="mod">
          <ac:chgData name="Théo OLLIVIER" userId="5489e6a3-c6e2-4a06-a6ed-f9bbc873fb8f" providerId="ADAL" clId="{5CD03979-FA4E-4C0E-8142-0BC8B5A03392}" dt="2023-02-27T12:45:36.584" v="583" actId="20577"/>
          <ac:spMkLst>
            <pc:docMk/>
            <pc:sldMk cId="1835005687" sldId="271"/>
            <ac:spMk id="3" creationId="{A7F28AA1-93F5-B0E8-0A9B-9951A6777BAF}"/>
          </ac:spMkLst>
        </pc:spChg>
      </pc:sldChg>
      <pc:sldChg chg="modSp new mod">
        <pc:chgData name="Théo OLLIVIER" userId="5489e6a3-c6e2-4a06-a6ed-f9bbc873fb8f" providerId="ADAL" clId="{5CD03979-FA4E-4C0E-8142-0BC8B5A03392}" dt="2023-02-27T13:11:00.540" v="1332" actId="21"/>
        <pc:sldMkLst>
          <pc:docMk/>
          <pc:sldMk cId="1323579520" sldId="272"/>
        </pc:sldMkLst>
        <pc:spChg chg="mod">
          <ac:chgData name="Théo OLLIVIER" userId="5489e6a3-c6e2-4a06-a6ed-f9bbc873fb8f" providerId="ADAL" clId="{5CD03979-FA4E-4C0E-8142-0BC8B5A03392}" dt="2023-02-27T12:55:44.438" v="1092" actId="20577"/>
          <ac:spMkLst>
            <pc:docMk/>
            <pc:sldMk cId="1323579520" sldId="272"/>
            <ac:spMk id="2" creationId="{37D4F9DE-23E2-D431-3391-2F8DDCA41B91}"/>
          </ac:spMkLst>
        </pc:spChg>
        <pc:spChg chg="mod">
          <ac:chgData name="Théo OLLIVIER" userId="5489e6a3-c6e2-4a06-a6ed-f9bbc873fb8f" providerId="ADAL" clId="{5CD03979-FA4E-4C0E-8142-0BC8B5A03392}" dt="2023-02-27T13:11:00.540" v="1332" actId="21"/>
          <ac:spMkLst>
            <pc:docMk/>
            <pc:sldMk cId="1323579520" sldId="272"/>
            <ac:spMk id="3" creationId="{8D7E1297-C282-940B-9CA0-397A27CB79D4}"/>
          </ac:spMkLst>
        </pc:spChg>
      </pc:sldChg>
      <pc:sldChg chg="modSp new mod">
        <pc:chgData name="Théo OLLIVIER" userId="5489e6a3-c6e2-4a06-a6ed-f9bbc873fb8f" providerId="ADAL" clId="{5CD03979-FA4E-4C0E-8142-0BC8B5A03392}" dt="2023-02-27T13:18:42.694" v="1848" actId="207"/>
        <pc:sldMkLst>
          <pc:docMk/>
          <pc:sldMk cId="2207152034" sldId="273"/>
        </pc:sldMkLst>
        <pc:spChg chg="mod">
          <ac:chgData name="Théo OLLIVIER" userId="5489e6a3-c6e2-4a06-a6ed-f9bbc873fb8f" providerId="ADAL" clId="{5CD03979-FA4E-4C0E-8142-0BC8B5A03392}" dt="2023-02-27T13:11:14.489" v="1357" actId="20577"/>
          <ac:spMkLst>
            <pc:docMk/>
            <pc:sldMk cId="2207152034" sldId="273"/>
            <ac:spMk id="2" creationId="{80EE8AB7-57D1-C6CD-55FB-616F3E141421}"/>
          </ac:spMkLst>
        </pc:spChg>
        <pc:spChg chg="mod">
          <ac:chgData name="Théo OLLIVIER" userId="5489e6a3-c6e2-4a06-a6ed-f9bbc873fb8f" providerId="ADAL" clId="{5CD03979-FA4E-4C0E-8142-0BC8B5A03392}" dt="2023-02-27T13:18:42.694" v="1848" actId="207"/>
          <ac:spMkLst>
            <pc:docMk/>
            <pc:sldMk cId="2207152034" sldId="273"/>
            <ac:spMk id="3" creationId="{AAB8921F-A74E-4471-795F-B3BD50D42A6A}"/>
          </ac:spMkLst>
        </pc:spChg>
      </pc:sldChg>
      <pc:sldChg chg="modSp new mod">
        <pc:chgData name="Théo OLLIVIER" userId="5489e6a3-c6e2-4a06-a6ed-f9bbc873fb8f" providerId="ADAL" clId="{5CD03979-FA4E-4C0E-8142-0BC8B5A03392}" dt="2023-02-27T14:27:40.547" v="2941" actId="20577"/>
        <pc:sldMkLst>
          <pc:docMk/>
          <pc:sldMk cId="2528336647" sldId="274"/>
        </pc:sldMkLst>
        <pc:spChg chg="mod">
          <ac:chgData name="Théo OLLIVIER" userId="5489e6a3-c6e2-4a06-a6ed-f9bbc873fb8f" providerId="ADAL" clId="{5CD03979-FA4E-4C0E-8142-0BC8B5A03392}" dt="2023-02-27T14:27:40.547" v="2941" actId="20577"/>
          <ac:spMkLst>
            <pc:docMk/>
            <pc:sldMk cId="2528336647" sldId="274"/>
            <ac:spMk id="2" creationId="{A3E39B40-040C-FE70-34A3-544429867D6B}"/>
          </ac:spMkLst>
        </pc:spChg>
        <pc:spChg chg="mod">
          <ac:chgData name="Théo OLLIVIER" userId="5489e6a3-c6e2-4a06-a6ed-f9bbc873fb8f" providerId="ADAL" clId="{5CD03979-FA4E-4C0E-8142-0BC8B5A03392}" dt="2023-02-27T13:42:41.470" v="2380" actId="113"/>
          <ac:spMkLst>
            <pc:docMk/>
            <pc:sldMk cId="2528336647" sldId="274"/>
            <ac:spMk id="3" creationId="{88B01C80-B59E-E7D9-DC8D-4F46CA0A3640}"/>
          </ac:spMkLst>
        </pc:spChg>
      </pc:sldChg>
      <pc:sldChg chg="addSp delSp modSp new mod modClrScheme chgLayout">
        <pc:chgData name="Théo OLLIVIER" userId="5489e6a3-c6e2-4a06-a6ed-f9bbc873fb8f" providerId="ADAL" clId="{5CD03979-FA4E-4C0E-8142-0BC8B5A03392}" dt="2023-02-27T13:19:54.116" v="1893" actId="20577"/>
        <pc:sldMkLst>
          <pc:docMk/>
          <pc:sldMk cId="3972384287" sldId="275"/>
        </pc:sldMkLst>
        <pc:spChg chg="del mod ord">
          <ac:chgData name="Théo OLLIVIER" userId="5489e6a3-c6e2-4a06-a6ed-f9bbc873fb8f" providerId="ADAL" clId="{5CD03979-FA4E-4C0E-8142-0BC8B5A03392}" dt="2023-02-27T13:19:28.848" v="1851" actId="700"/>
          <ac:spMkLst>
            <pc:docMk/>
            <pc:sldMk cId="3972384287" sldId="275"/>
            <ac:spMk id="2" creationId="{9A176C3B-1B9F-988A-E7E1-14C3370F6B2D}"/>
          </ac:spMkLst>
        </pc:spChg>
        <pc:spChg chg="del mod ord">
          <ac:chgData name="Théo OLLIVIER" userId="5489e6a3-c6e2-4a06-a6ed-f9bbc873fb8f" providerId="ADAL" clId="{5CD03979-FA4E-4C0E-8142-0BC8B5A03392}" dt="2023-02-27T13:19:28.848" v="1851" actId="700"/>
          <ac:spMkLst>
            <pc:docMk/>
            <pc:sldMk cId="3972384287" sldId="275"/>
            <ac:spMk id="3" creationId="{07DF668E-DF63-8D08-8D6D-C3F8BDCD9ADC}"/>
          </ac:spMkLst>
        </pc:spChg>
        <pc:spChg chg="add mod ord">
          <ac:chgData name="Théo OLLIVIER" userId="5489e6a3-c6e2-4a06-a6ed-f9bbc873fb8f" providerId="ADAL" clId="{5CD03979-FA4E-4C0E-8142-0BC8B5A03392}" dt="2023-02-27T13:19:36.220" v="1863" actId="5793"/>
          <ac:spMkLst>
            <pc:docMk/>
            <pc:sldMk cId="3972384287" sldId="275"/>
            <ac:spMk id="4" creationId="{0962281B-1C38-D33E-4F14-7870B1AAC480}"/>
          </ac:spMkLst>
        </pc:spChg>
        <pc:spChg chg="add mod ord">
          <ac:chgData name="Théo OLLIVIER" userId="5489e6a3-c6e2-4a06-a6ed-f9bbc873fb8f" providerId="ADAL" clId="{5CD03979-FA4E-4C0E-8142-0BC8B5A03392}" dt="2023-02-27T13:19:54.116" v="1893" actId="20577"/>
          <ac:spMkLst>
            <pc:docMk/>
            <pc:sldMk cId="3972384287" sldId="275"/>
            <ac:spMk id="5" creationId="{00129077-8CFF-DE1E-58DB-1CF7D023BC76}"/>
          </ac:spMkLst>
        </pc:spChg>
      </pc:sldChg>
      <pc:sldChg chg="addSp delSp modSp new mod modClrScheme chgLayout">
        <pc:chgData name="Théo OLLIVIER" userId="5489e6a3-c6e2-4a06-a6ed-f9bbc873fb8f" providerId="ADAL" clId="{5CD03979-FA4E-4C0E-8142-0BC8B5A03392}" dt="2023-02-27T13:20:28.528" v="1950" actId="20577"/>
        <pc:sldMkLst>
          <pc:docMk/>
          <pc:sldMk cId="3542958119" sldId="276"/>
        </pc:sldMkLst>
        <pc:spChg chg="del mod ord">
          <ac:chgData name="Théo OLLIVIER" userId="5489e6a3-c6e2-4a06-a6ed-f9bbc873fb8f" providerId="ADAL" clId="{5CD03979-FA4E-4C0E-8142-0BC8B5A03392}" dt="2023-02-27T13:20:06.640" v="1895" actId="700"/>
          <ac:spMkLst>
            <pc:docMk/>
            <pc:sldMk cId="3542958119" sldId="276"/>
            <ac:spMk id="2" creationId="{0C7D8C01-3B69-CC1A-6152-339BA595B497}"/>
          </ac:spMkLst>
        </pc:spChg>
        <pc:spChg chg="del mod ord">
          <ac:chgData name="Théo OLLIVIER" userId="5489e6a3-c6e2-4a06-a6ed-f9bbc873fb8f" providerId="ADAL" clId="{5CD03979-FA4E-4C0E-8142-0BC8B5A03392}" dt="2023-02-27T13:20:06.640" v="1895" actId="700"/>
          <ac:spMkLst>
            <pc:docMk/>
            <pc:sldMk cId="3542958119" sldId="276"/>
            <ac:spMk id="3" creationId="{8FC03D35-24CA-1DDA-655D-66ED1CA9C336}"/>
          </ac:spMkLst>
        </pc:spChg>
        <pc:spChg chg="add mod ord">
          <ac:chgData name="Théo OLLIVIER" userId="5489e6a3-c6e2-4a06-a6ed-f9bbc873fb8f" providerId="ADAL" clId="{5CD03979-FA4E-4C0E-8142-0BC8B5A03392}" dt="2023-02-27T13:20:13.788" v="1913" actId="20577"/>
          <ac:spMkLst>
            <pc:docMk/>
            <pc:sldMk cId="3542958119" sldId="276"/>
            <ac:spMk id="4" creationId="{2BC25E07-0F11-5B12-86C7-5A7C097209C5}"/>
          </ac:spMkLst>
        </pc:spChg>
        <pc:spChg chg="add mod ord">
          <ac:chgData name="Théo OLLIVIER" userId="5489e6a3-c6e2-4a06-a6ed-f9bbc873fb8f" providerId="ADAL" clId="{5CD03979-FA4E-4C0E-8142-0BC8B5A03392}" dt="2023-02-27T13:20:28.528" v="1950" actId="20577"/>
          <ac:spMkLst>
            <pc:docMk/>
            <pc:sldMk cId="3542958119" sldId="276"/>
            <ac:spMk id="5" creationId="{730EC611-7187-860A-5815-43BECD6861E8}"/>
          </ac:spMkLst>
        </pc:spChg>
      </pc:sldChg>
      <pc:sldChg chg="addSp delSp modSp new mod modClrScheme chgLayout">
        <pc:chgData name="Théo OLLIVIER" userId="5489e6a3-c6e2-4a06-a6ed-f9bbc873fb8f" providerId="ADAL" clId="{5CD03979-FA4E-4C0E-8142-0BC8B5A03392}" dt="2023-02-27T13:23:58.422" v="2071" actId="20577"/>
        <pc:sldMkLst>
          <pc:docMk/>
          <pc:sldMk cId="602502074" sldId="277"/>
        </pc:sldMkLst>
        <pc:spChg chg="del mod ord">
          <ac:chgData name="Théo OLLIVIER" userId="5489e6a3-c6e2-4a06-a6ed-f9bbc873fb8f" providerId="ADAL" clId="{5CD03979-FA4E-4C0E-8142-0BC8B5A03392}" dt="2023-02-27T13:20:49.839" v="1952" actId="700"/>
          <ac:spMkLst>
            <pc:docMk/>
            <pc:sldMk cId="602502074" sldId="277"/>
            <ac:spMk id="2" creationId="{1459B0BE-6461-FF40-6D3C-0126A7F6ACE9}"/>
          </ac:spMkLst>
        </pc:spChg>
        <pc:spChg chg="del mod ord">
          <ac:chgData name="Théo OLLIVIER" userId="5489e6a3-c6e2-4a06-a6ed-f9bbc873fb8f" providerId="ADAL" clId="{5CD03979-FA4E-4C0E-8142-0BC8B5A03392}" dt="2023-02-27T13:20:49.839" v="1952" actId="700"/>
          <ac:spMkLst>
            <pc:docMk/>
            <pc:sldMk cId="602502074" sldId="277"/>
            <ac:spMk id="3" creationId="{85ADA971-3115-9DB7-5C32-4974390EC322}"/>
          </ac:spMkLst>
        </pc:spChg>
        <pc:spChg chg="add mod ord">
          <ac:chgData name="Théo OLLIVIER" userId="5489e6a3-c6e2-4a06-a6ed-f9bbc873fb8f" providerId="ADAL" clId="{5CD03979-FA4E-4C0E-8142-0BC8B5A03392}" dt="2023-02-27T13:23:58.422" v="2071" actId="20577"/>
          <ac:spMkLst>
            <pc:docMk/>
            <pc:sldMk cId="602502074" sldId="277"/>
            <ac:spMk id="4" creationId="{D8EF2560-6683-1C79-9D3B-D913047EC2A3}"/>
          </ac:spMkLst>
        </pc:spChg>
        <pc:spChg chg="add mod ord">
          <ac:chgData name="Théo OLLIVIER" userId="5489e6a3-c6e2-4a06-a6ed-f9bbc873fb8f" providerId="ADAL" clId="{5CD03979-FA4E-4C0E-8142-0BC8B5A03392}" dt="2023-02-27T13:23:25.497" v="2064" actId="20577"/>
          <ac:spMkLst>
            <pc:docMk/>
            <pc:sldMk cId="602502074" sldId="277"/>
            <ac:spMk id="5" creationId="{98C376F3-5A9E-4D18-0C2B-533553277018}"/>
          </ac:spMkLst>
        </pc:spChg>
      </pc:sldChg>
      <pc:sldChg chg="addSp delSp modSp new mod modClrScheme modAnim chgLayout">
        <pc:chgData name="Théo OLLIVIER" userId="5489e6a3-c6e2-4a06-a6ed-f9bbc873fb8f" providerId="ADAL" clId="{5CD03979-FA4E-4C0E-8142-0BC8B5A03392}" dt="2023-02-27T14:55:11.256" v="3497" actId="20577"/>
        <pc:sldMkLst>
          <pc:docMk/>
          <pc:sldMk cId="172275008" sldId="278"/>
        </pc:sldMkLst>
        <pc:spChg chg="del">
          <ac:chgData name="Théo OLLIVIER" userId="5489e6a3-c6e2-4a06-a6ed-f9bbc873fb8f" providerId="ADAL" clId="{5CD03979-FA4E-4C0E-8142-0BC8B5A03392}" dt="2023-02-27T13:42:52.464" v="2382" actId="700"/>
          <ac:spMkLst>
            <pc:docMk/>
            <pc:sldMk cId="172275008" sldId="278"/>
            <ac:spMk id="2" creationId="{28CEE9B8-F455-3F8A-5037-77676686B69D}"/>
          </ac:spMkLst>
        </pc:spChg>
        <pc:spChg chg="del">
          <ac:chgData name="Théo OLLIVIER" userId="5489e6a3-c6e2-4a06-a6ed-f9bbc873fb8f" providerId="ADAL" clId="{5CD03979-FA4E-4C0E-8142-0BC8B5A03392}" dt="2023-02-27T13:42:52.464" v="2382" actId="700"/>
          <ac:spMkLst>
            <pc:docMk/>
            <pc:sldMk cId="172275008" sldId="278"/>
            <ac:spMk id="3" creationId="{E7A5C6AB-39C3-750B-4CE4-956B6D29ED4D}"/>
          </ac:spMkLst>
        </pc:spChg>
        <pc:spChg chg="add del mod ord">
          <ac:chgData name="Théo OLLIVIER" userId="5489e6a3-c6e2-4a06-a6ed-f9bbc873fb8f" providerId="ADAL" clId="{5CD03979-FA4E-4C0E-8142-0BC8B5A03392}" dt="2023-02-27T13:58:44.847" v="2581" actId="478"/>
          <ac:spMkLst>
            <pc:docMk/>
            <pc:sldMk cId="172275008" sldId="278"/>
            <ac:spMk id="7" creationId="{03BFF4B7-BA77-1EF2-5D7E-D210A516B7A8}"/>
          </ac:spMkLst>
        </pc:spChg>
        <pc:spChg chg="add mod">
          <ac:chgData name="Théo OLLIVIER" userId="5489e6a3-c6e2-4a06-a6ed-f9bbc873fb8f" providerId="ADAL" clId="{5CD03979-FA4E-4C0E-8142-0BC8B5A03392}" dt="2023-02-27T13:57:04.121" v="2563" actId="14100"/>
          <ac:spMkLst>
            <pc:docMk/>
            <pc:sldMk cId="172275008" sldId="278"/>
            <ac:spMk id="8" creationId="{7FD0AA04-94B6-6B61-CC42-CE57BE829733}"/>
          </ac:spMkLst>
        </pc:spChg>
        <pc:spChg chg="add del mod">
          <ac:chgData name="Théo OLLIVIER" userId="5489e6a3-c6e2-4a06-a6ed-f9bbc873fb8f" providerId="ADAL" clId="{5CD03979-FA4E-4C0E-8142-0BC8B5A03392}" dt="2023-02-27T13:57:27.659" v="2568" actId="478"/>
          <ac:spMkLst>
            <pc:docMk/>
            <pc:sldMk cId="172275008" sldId="278"/>
            <ac:spMk id="9" creationId="{03C0D284-F685-ECC3-AEC9-3F45B2198446}"/>
          </ac:spMkLst>
        </pc:spChg>
        <pc:spChg chg="add del mod">
          <ac:chgData name="Théo OLLIVIER" userId="5489e6a3-c6e2-4a06-a6ed-f9bbc873fb8f" providerId="ADAL" clId="{5CD03979-FA4E-4C0E-8142-0BC8B5A03392}" dt="2023-02-27T13:57:27.659" v="2568" actId="478"/>
          <ac:spMkLst>
            <pc:docMk/>
            <pc:sldMk cId="172275008" sldId="278"/>
            <ac:spMk id="10" creationId="{13382098-2787-4CF9-D191-BE9701157B32}"/>
          </ac:spMkLst>
        </pc:spChg>
        <pc:spChg chg="add del mod">
          <ac:chgData name="Théo OLLIVIER" userId="5489e6a3-c6e2-4a06-a6ed-f9bbc873fb8f" providerId="ADAL" clId="{5CD03979-FA4E-4C0E-8142-0BC8B5A03392}" dt="2023-02-27T14:18:13.410" v="2835" actId="478"/>
          <ac:spMkLst>
            <pc:docMk/>
            <pc:sldMk cId="172275008" sldId="278"/>
            <ac:spMk id="11" creationId="{6AEEB3C4-45F2-2BC3-8DCF-FAB22BB3593E}"/>
          </ac:spMkLst>
        </pc:spChg>
        <pc:spChg chg="add mod">
          <ac:chgData name="Théo OLLIVIER" userId="5489e6a3-c6e2-4a06-a6ed-f9bbc873fb8f" providerId="ADAL" clId="{5CD03979-FA4E-4C0E-8142-0BC8B5A03392}" dt="2023-02-27T14:01:49.091" v="2631" actId="20577"/>
          <ac:spMkLst>
            <pc:docMk/>
            <pc:sldMk cId="172275008" sldId="278"/>
            <ac:spMk id="12" creationId="{DF7CDEF4-2E17-32BF-B64F-78E051E02250}"/>
          </ac:spMkLst>
        </pc:spChg>
        <pc:spChg chg="add del mod">
          <ac:chgData name="Théo OLLIVIER" userId="5489e6a3-c6e2-4a06-a6ed-f9bbc873fb8f" providerId="ADAL" clId="{5CD03979-FA4E-4C0E-8142-0BC8B5A03392}" dt="2023-02-27T13:59:14.295" v="2589" actId="478"/>
          <ac:spMkLst>
            <pc:docMk/>
            <pc:sldMk cId="172275008" sldId="278"/>
            <ac:spMk id="13" creationId="{549099B0-C58E-2320-62C9-2CEC181B79C9}"/>
          </ac:spMkLst>
        </pc:spChg>
        <pc:spChg chg="add mod">
          <ac:chgData name="Théo OLLIVIER" userId="5489e6a3-c6e2-4a06-a6ed-f9bbc873fb8f" providerId="ADAL" clId="{5CD03979-FA4E-4C0E-8142-0BC8B5A03392}" dt="2023-02-27T14:01:59.518" v="2654" actId="20577"/>
          <ac:spMkLst>
            <pc:docMk/>
            <pc:sldMk cId="172275008" sldId="278"/>
            <ac:spMk id="14" creationId="{F502B3E5-A952-5F82-7D26-71875093F70D}"/>
          </ac:spMkLst>
        </pc:spChg>
        <pc:spChg chg="add del mod">
          <ac:chgData name="Théo OLLIVIER" userId="5489e6a3-c6e2-4a06-a6ed-f9bbc873fb8f" providerId="ADAL" clId="{5CD03979-FA4E-4C0E-8142-0BC8B5A03392}" dt="2023-02-27T13:58:11.155" v="2575" actId="478"/>
          <ac:spMkLst>
            <pc:docMk/>
            <pc:sldMk cId="172275008" sldId="278"/>
            <ac:spMk id="15" creationId="{83E927B2-E86B-8FD6-314B-32FCC24FC08E}"/>
          </ac:spMkLst>
        </pc:spChg>
        <pc:spChg chg="add del mod">
          <ac:chgData name="Théo OLLIVIER" userId="5489e6a3-c6e2-4a06-a6ed-f9bbc873fb8f" providerId="ADAL" clId="{5CD03979-FA4E-4C0E-8142-0BC8B5A03392}" dt="2023-02-27T13:59:24.710" v="2591" actId="478"/>
          <ac:spMkLst>
            <pc:docMk/>
            <pc:sldMk cId="172275008" sldId="278"/>
            <ac:spMk id="18" creationId="{23D994BD-684B-2BD7-1027-A6A7885219F2}"/>
          </ac:spMkLst>
        </pc:spChg>
        <pc:spChg chg="add mod">
          <ac:chgData name="Théo OLLIVIER" userId="5489e6a3-c6e2-4a06-a6ed-f9bbc873fb8f" providerId="ADAL" clId="{5CD03979-FA4E-4C0E-8142-0BC8B5A03392}" dt="2023-02-27T14:02:08.484" v="2674" actId="20577"/>
          <ac:spMkLst>
            <pc:docMk/>
            <pc:sldMk cId="172275008" sldId="278"/>
            <ac:spMk id="19" creationId="{654F09F4-25F8-CF54-3DE6-352CF5C35D56}"/>
          </ac:spMkLst>
        </pc:spChg>
        <pc:spChg chg="add mod">
          <ac:chgData name="Théo OLLIVIER" userId="5489e6a3-c6e2-4a06-a6ed-f9bbc873fb8f" providerId="ADAL" clId="{5CD03979-FA4E-4C0E-8142-0BC8B5A03392}" dt="2023-02-27T14:00:53.433" v="2616" actId="208"/>
          <ac:spMkLst>
            <pc:docMk/>
            <pc:sldMk cId="172275008" sldId="278"/>
            <ac:spMk id="20" creationId="{7DC8AE85-FDA7-E470-E5D3-5052162CBB42}"/>
          </ac:spMkLst>
        </pc:spChg>
        <pc:spChg chg="add mod">
          <ac:chgData name="Théo OLLIVIER" userId="5489e6a3-c6e2-4a06-a6ed-f9bbc873fb8f" providerId="ADAL" clId="{5CD03979-FA4E-4C0E-8142-0BC8B5A03392}" dt="2023-02-27T14:02:21.275" v="2689" actId="20577"/>
          <ac:spMkLst>
            <pc:docMk/>
            <pc:sldMk cId="172275008" sldId="278"/>
            <ac:spMk id="21" creationId="{D12F64B0-8D45-A800-95E4-86A15A73021D}"/>
          </ac:spMkLst>
        </pc:spChg>
        <pc:spChg chg="add mod">
          <ac:chgData name="Théo OLLIVIER" userId="5489e6a3-c6e2-4a06-a6ed-f9bbc873fb8f" providerId="ADAL" clId="{5CD03979-FA4E-4C0E-8142-0BC8B5A03392}" dt="2023-02-27T14:02:27.930" v="2709" actId="20577"/>
          <ac:spMkLst>
            <pc:docMk/>
            <pc:sldMk cId="172275008" sldId="278"/>
            <ac:spMk id="22" creationId="{D59F73BC-9C2A-EBA2-5341-D845C7C9D5B1}"/>
          </ac:spMkLst>
        </pc:spChg>
        <pc:spChg chg="add mod">
          <ac:chgData name="Théo OLLIVIER" userId="5489e6a3-c6e2-4a06-a6ed-f9bbc873fb8f" providerId="ADAL" clId="{5CD03979-FA4E-4C0E-8142-0BC8B5A03392}" dt="2023-02-27T14:49:05.788" v="3273" actId="6549"/>
          <ac:spMkLst>
            <pc:docMk/>
            <pc:sldMk cId="172275008" sldId="278"/>
            <ac:spMk id="23" creationId="{EC9DF9BD-9D01-6B9C-3337-6872CAE080AA}"/>
          </ac:spMkLst>
        </pc:spChg>
        <pc:spChg chg="add mod">
          <ac:chgData name="Théo OLLIVIER" userId="5489e6a3-c6e2-4a06-a6ed-f9bbc873fb8f" providerId="ADAL" clId="{5CD03979-FA4E-4C0E-8142-0BC8B5A03392}" dt="2023-02-27T14:23:43.968" v="2914" actId="20577"/>
          <ac:spMkLst>
            <pc:docMk/>
            <pc:sldMk cId="172275008" sldId="278"/>
            <ac:spMk id="24" creationId="{9C2A2D98-139A-5CDC-F4CE-7D0537D84E7D}"/>
          </ac:spMkLst>
        </pc:spChg>
        <pc:spChg chg="add del">
          <ac:chgData name="Théo OLLIVIER" userId="5489e6a3-c6e2-4a06-a6ed-f9bbc873fb8f" providerId="ADAL" clId="{5CD03979-FA4E-4C0E-8142-0BC8B5A03392}" dt="2023-02-27T14:03:52.417" v="2732" actId="11529"/>
          <ac:spMkLst>
            <pc:docMk/>
            <pc:sldMk cId="172275008" sldId="278"/>
            <ac:spMk id="25" creationId="{F00BE0A5-DB68-7BCD-E3F1-40A81982615F}"/>
          </ac:spMkLst>
        </pc:spChg>
        <pc:spChg chg="add del">
          <ac:chgData name="Théo OLLIVIER" userId="5489e6a3-c6e2-4a06-a6ed-f9bbc873fb8f" providerId="ADAL" clId="{5CD03979-FA4E-4C0E-8142-0BC8B5A03392}" dt="2023-02-27T14:04:19.720" v="2734" actId="11529"/>
          <ac:spMkLst>
            <pc:docMk/>
            <pc:sldMk cId="172275008" sldId="278"/>
            <ac:spMk id="26" creationId="{5DF236E1-AF13-F23E-3E29-F5E5100A56D9}"/>
          </ac:spMkLst>
        </pc:spChg>
        <pc:spChg chg="add del mod">
          <ac:chgData name="Théo OLLIVIER" userId="5489e6a3-c6e2-4a06-a6ed-f9bbc873fb8f" providerId="ADAL" clId="{5CD03979-FA4E-4C0E-8142-0BC8B5A03392}" dt="2023-02-27T14:04:44.286" v="2740" actId="11529"/>
          <ac:spMkLst>
            <pc:docMk/>
            <pc:sldMk cId="172275008" sldId="278"/>
            <ac:spMk id="27" creationId="{F8B9A053-C1AF-F5F7-658F-3220CB88ABAB}"/>
          </ac:spMkLst>
        </pc:spChg>
        <pc:spChg chg="add del mod ord">
          <ac:chgData name="Théo OLLIVIER" userId="5489e6a3-c6e2-4a06-a6ed-f9bbc873fb8f" providerId="ADAL" clId="{5CD03979-FA4E-4C0E-8142-0BC8B5A03392}" dt="2023-02-27T14:06:43.502" v="2746" actId="11529"/>
          <ac:spMkLst>
            <pc:docMk/>
            <pc:sldMk cId="172275008" sldId="278"/>
            <ac:spMk id="28" creationId="{4D3EBF42-2734-28B4-C67E-BC3A22067CAA}"/>
          </ac:spMkLst>
        </pc:spChg>
        <pc:spChg chg="add del">
          <ac:chgData name="Théo OLLIVIER" userId="5489e6a3-c6e2-4a06-a6ed-f9bbc873fb8f" providerId="ADAL" clId="{5CD03979-FA4E-4C0E-8142-0BC8B5A03392}" dt="2023-02-27T14:07:33.929" v="2748" actId="11529"/>
          <ac:spMkLst>
            <pc:docMk/>
            <pc:sldMk cId="172275008" sldId="278"/>
            <ac:spMk id="29" creationId="{CA6DCFEF-E3D8-9121-61AC-E951CA121E79}"/>
          </ac:spMkLst>
        </pc:spChg>
        <pc:spChg chg="add mod ord">
          <ac:chgData name="Théo OLLIVIER" userId="5489e6a3-c6e2-4a06-a6ed-f9bbc873fb8f" providerId="ADAL" clId="{5CD03979-FA4E-4C0E-8142-0BC8B5A03392}" dt="2023-02-27T14:10:06.523" v="2767" actId="208"/>
          <ac:spMkLst>
            <pc:docMk/>
            <pc:sldMk cId="172275008" sldId="278"/>
            <ac:spMk id="30" creationId="{BF279435-996F-4EB6-515F-F82823238118}"/>
          </ac:spMkLst>
        </pc:spChg>
        <pc:spChg chg="add mod ord">
          <ac:chgData name="Théo OLLIVIER" userId="5489e6a3-c6e2-4a06-a6ed-f9bbc873fb8f" providerId="ADAL" clId="{5CD03979-FA4E-4C0E-8142-0BC8B5A03392}" dt="2023-02-27T14:10:06.523" v="2767" actId="208"/>
          <ac:spMkLst>
            <pc:docMk/>
            <pc:sldMk cId="172275008" sldId="278"/>
            <ac:spMk id="31" creationId="{61B440C7-E23B-A3A3-7D76-805E421FD8FC}"/>
          </ac:spMkLst>
        </pc:spChg>
        <pc:spChg chg="add del mod">
          <ac:chgData name="Théo OLLIVIER" userId="5489e6a3-c6e2-4a06-a6ed-f9bbc873fb8f" providerId="ADAL" clId="{5CD03979-FA4E-4C0E-8142-0BC8B5A03392}" dt="2023-02-27T14:15:08.690" v="2788" actId="478"/>
          <ac:spMkLst>
            <pc:docMk/>
            <pc:sldMk cId="172275008" sldId="278"/>
            <ac:spMk id="32" creationId="{11E6F79F-3B2B-3924-1148-6FC7E4EE543F}"/>
          </ac:spMkLst>
        </pc:spChg>
        <pc:spChg chg="add mod">
          <ac:chgData name="Théo OLLIVIER" userId="5489e6a3-c6e2-4a06-a6ed-f9bbc873fb8f" providerId="ADAL" clId="{5CD03979-FA4E-4C0E-8142-0BC8B5A03392}" dt="2023-02-27T14:15:53.251" v="2797" actId="14100"/>
          <ac:spMkLst>
            <pc:docMk/>
            <pc:sldMk cId="172275008" sldId="278"/>
            <ac:spMk id="33" creationId="{662B1BAA-0864-95A8-55C9-5AC95F684D31}"/>
          </ac:spMkLst>
        </pc:spChg>
        <pc:spChg chg="add mod">
          <ac:chgData name="Théo OLLIVIER" userId="5489e6a3-c6e2-4a06-a6ed-f9bbc873fb8f" providerId="ADAL" clId="{5CD03979-FA4E-4C0E-8142-0BC8B5A03392}" dt="2023-02-27T14:15:53.251" v="2797" actId="14100"/>
          <ac:spMkLst>
            <pc:docMk/>
            <pc:sldMk cId="172275008" sldId="278"/>
            <ac:spMk id="34" creationId="{F06128F1-ABBD-C937-47F1-CAADBF381F43}"/>
          </ac:spMkLst>
        </pc:spChg>
        <pc:spChg chg="add mod">
          <ac:chgData name="Théo OLLIVIER" userId="5489e6a3-c6e2-4a06-a6ed-f9bbc873fb8f" providerId="ADAL" clId="{5CD03979-FA4E-4C0E-8142-0BC8B5A03392}" dt="2023-02-27T14:15:53.251" v="2797" actId="14100"/>
          <ac:spMkLst>
            <pc:docMk/>
            <pc:sldMk cId="172275008" sldId="278"/>
            <ac:spMk id="35" creationId="{A339248A-B03C-6DBE-0307-9E840409311A}"/>
          </ac:spMkLst>
        </pc:spChg>
        <pc:spChg chg="add mod">
          <ac:chgData name="Théo OLLIVIER" userId="5489e6a3-c6e2-4a06-a6ed-f9bbc873fb8f" providerId="ADAL" clId="{5CD03979-FA4E-4C0E-8142-0BC8B5A03392}" dt="2023-02-27T14:15:53.251" v="2797" actId="14100"/>
          <ac:spMkLst>
            <pc:docMk/>
            <pc:sldMk cId="172275008" sldId="278"/>
            <ac:spMk id="36" creationId="{E5EF47B1-ADE7-88C8-9751-785018493456}"/>
          </ac:spMkLst>
        </pc:spChg>
        <pc:spChg chg="add mod">
          <ac:chgData name="Théo OLLIVIER" userId="5489e6a3-c6e2-4a06-a6ed-f9bbc873fb8f" providerId="ADAL" clId="{5CD03979-FA4E-4C0E-8142-0BC8B5A03392}" dt="2023-02-27T14:39:36.797" v="2964" actId="688"/>
          <ac:spMkLst>
            <pc:docMk/>
            <pc:sldMk cId="172275008" sldId="278"/>
            <ac:spMk id="37" creationId="{258E6113-7984-9148-BF1D-F1ABBB1890BC}"/>
          </ac:spMkLst>
        </pc:spChg>
        <pc:spChg chg="add mod">
          <ac:chgData name="Théo OLLIVIER" userId="5489e6a3-c6e2-4a06-a6ed-f9bbc873fb8f" providerId="ADAL" clId="{5CD03979-FA4E-4C0E-8142-0BC8B5A03392}" dt="2023-02-27T14:18:57.603" v="2861" actId="1076"/>
          <ac:spMkLst>
            <pc:docMk/>
            <pc:sldMk cId="172275008" sldId="278"/>
            <ac:spMk id="38" creationId="{8AD7B81F-3010-C9CA-4A78-BEE4572D1E07}"/>
          </ac:spMkLst>
        </pc:spChg>
        <pc:spChg chg="add mod">
          <ac:chgData name="Théo OLLIVIER" userId="5489e6a3-c6e2-4a06-a6ed-f9bbc873fb8f" providerId="ADAL" clId="{5CD03979-FA4E-4C0E-8142-0BC8B5A03392}" dt="2023-02-27T14:20:35.436" v="2874" actId="208"/>
          <ac:spMkLst>
            <pc:docMk/>
            <pc:sldMk cId="172275008" sldId="278"/>
            <ac:spMk id="39" creationId="{D5C6BED8-B04A-7AC2-7A89-5FF5403DDC2B}"/>
          </ac:spMkLst>
        </pc:spChg>
        <pc:spChg chg="add mod">
          <ac:chgData name="Théo OLLIVIER" userId="5489e6a3-c6e2-4a06-a6ed-f9bbc873fb8f" providerId="ADAL" clId="{5CD03979-FA4E-4C0E-8142-0BC8B5A03392}" dt="2023-02-27T14:20:52.415" v="2882" actId="1076"/>
          <ac:spMkLst>
            <pc:docMk/>
            <pc:sldMk cId="172275008" sldId="278"/>
            <ac:spMk id="40" creationId="{382A2F1E-E6FA-9781-F3C1-099F06CE0FD5}"/>
          </ac:spMkLst>
        </pc:spChg>
        <pc:spChg chg="add mod ord">
          <ac:chgData name="Théo OLLIVIER" userId="5489e6a3-c6e2-4a06-a6ed-f9bbc873fb8f" providerId="ADAL" clId="{5CD03979-FA4E-4C0E-8142-0BC8B5A03392}" dt="2023-02-27T14:51:30.324" v="3398" actId="1076"/>
          <ac:spMkLst>
            <pc:docMk/>
            <pc:sldMk cId="172275008" sldId="278"/>
            <ac:spMk id="41" creationId="{5C690EF0-1624-253E-7111-56925E02A5E6}"/>
          </ac:spMkLst>
        </pc:spChg>
        <pc:spChg chg="add mod ord">
          <ac:chgData name="Théo OLLIVIER" userId="5489e6a3-c6e2-4a06-a6ed-f9bbc873fb8f" providerId="ADAL" clId="{5CD03979-FA4E-4C0E-8142-0BC8B5A03392}" dt="2023-02-27T14:54:28.888" v="3462" actId="20577"/>
          <ac:spMkLst>
            <pc:docMk/>
            <pc:sldMk cId="172275008" sldId="278"/>
            <ac:spMk id="42" creationId="{9FAA3368-B487-3C70-D8C3-3F812488E04C}"/>
          </ac:spMkLst>
        </pc:spChg>
        <pc:spChg chg="add mod ord">
          <ac:chgData name="Théo OLLIVIER" userId="5489e6a3-c6e2-4a06-a6ed-f9bbc873fb8f" providerId="ADAL" clId="{5CD03979-FA4E-4C0E-8142-0BC8B5A03392}" dt="2023-02-27T14:55:11.256" v="3497" actId="20577"/>
          <ac:spMkLst>
            <pc:docMk/>
            <pc:sldMk cId="172275008" sldId="278"/>
            <ac:spMk id="43" creationId="{7E638E97-6F42-C57F-7C12-4D30CA17EAC8}"/>
          </ac:spMkLst>
        </pc:spChg>
        <pc:graphicFrameChg chg="add del mod modGraphic">
          <ac:chgData name="Théo OLLIVIER" userId="5489e6a3-c6e2-4a06-a6ed-f9bbc873fb8f" providerId="ADAL" clId="{5CD03979-FA4E-4C0E-8142-0BC8B5A03392}" dt="2023-02-27T13:49:26.716" v="2385" actId="1032"/>
          <ac:graphicFrameMkLst>
            <pc:docMk/>
            <pc:sldMk cId="172275008" sldId="278"/>
            <ac:graphicFrameMk id="6" creationId="{10F9D88E-3C28-3653-EA57-3E748B82853C}"/>
          </ac:graphicFrameMkLst>
        </pc:graphicFrameChg>
        <pc:picChg chg="add del mod">
          <ac:chgData name="Théo OLLIVIER" userId="5489e6a3-c6e2-4a06-a6ed-f9bbc873fb8f" providerId="ADAL" clId="{5CD03979-FA4E-4C0E-8142-0BC8B5A03392}" dt="2023-02-27T13:58:16.875" v="2578" actId="478"/>
          <ac:picMkLst>
            <pc:docMk/>
            <pc:sldMk cId="172275008" sldId="278"/>
            <ac:picMk id="17" creationId="{550CEDBE-9336-5901-A4BB-739FC8AB5C71}"/>
          </ac:picMkLst>
        </pc:picChg>
      </pc:sldChg>
      <pc:sldChg chg="addSp modSp new mod modClrScheme chgLayout">
        <pc:chgData name="Théo OLLIVIER" userId="5489e6a3-c6e2-4a06-a6ed-f9bbc873fb8f" providerId="ADAL" clId="{5CD03979-FA4E-4C0E-8142-0BC8B5A03392}" dt="2023-02-27T14:28:08.539" v="2962" actId="20577"/>
        <pc:sldMkLst>
          <pc:docMk/>
          <pc:sldMk cId="2556305352" sldId="279"/>
        </pc:sldMkLst>
        <pc:spChg chg="add mod">
          <ac:chgData name="Théo OLLIVIER" userId="5489e6a3-c6e2-4a06-a6ed-f9bbc873fb8f" providerId="ADAL" clId="{5CD03979-FA4E-4C0E-8142-0BC8B5A03392}" dt="2023-02-27T14:28:08.539" v="2962" actId="20577"/>
          <ac:spMkLst>
            <pc:docMk/>
            <pc:sldMk cId="2556305352" sldId="279"/>
            <ac:spMk id="2" creationId="{BA80293B-A6B8-2F40-214C-FA92DE276539}"/>
          </ac:spMkLst>
        </pc:spChg>
        <pc:spChg chg="add mod">
          <ac:chgData name="Théo OLLIVIER" userId="5489e6a3-c6e2-4a06-a6ed-f9bbc873fb8f" providerId="ADAL" clId="{5CD03979-FA4E-4C0E-8142-0BC8B5A03392}" dt="2023-02-27T14:27:53.791" v="2942" actId="700"/>
          <ac:spMkLst>
            <pc:docMk/>
            <pc:sldMk cId="2556305352" sldId="279"/>
            <ac:spMk id="3" creationId="{43E8750D-23E1-0310-EA20-D577ABB3A5A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27A1DA-1DD3-4F38-8F36-8C74C3C2ADF6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</dgm:pt>
    <dgm:pt modelId="{7EB01B76-D874-4D1A-AE17-81ACEAE7974C}">
      <dgm:prSet phldrT="[Texte]"/>
      <dgm:spPr/>
      <dgm:t>
        <a:bodyPr/>
        <a:lstStyle/>
        <a:p>
          <a:r>
            <a:rPr lang="fr-FR" dirty="0"/>
            <a:t>Idée, besoins</a:t>
          </a:r>
          <a:br>
            <a:rPr lang="fr-FR" dirty="0"/>
          </a:br>
          <a:r>
            <a:rPr lang="fr-FR" i="1" dirty="0" err="1"/>
            <a:t>Think</a:t>
          </a:r>
          <a:br>
            <a:rPr lang="fr-FR" i="1" dirty="0"/>
          </a:br>
          <a:r>
            <a:rPr lang="fr-FR" b="1" i="1" dirty="0"/>
            <a:t>MOA </a:t>
          </a:r>
          <a:r>
            <a:rPr lang="fr-FR" b="0" i="1" dirty="0"/>
            <a:t>(Maîtrise d’ouvrage)</a:t>
          </a:r>
          <a:endParaRPr lang="fr-FR" b="1" i="1" dirty="0"/>
        </a:p>
      </dgm:t>
    </dgm:pt>
    <dgm:pt modelId="{0DE27F23-DD43-432E-AC3B-089BF50A214B}" type="parTrans" cxnId="{E09F9169-B3DD-464E-A771-F8706841202F}">
      <dgm:prSet/>
      <dgm:spPr/>
      <dgm:t>
        <a:bodyPr/>
        <a:lstStyle/>
        <a:p>
          <a:endParaRPr lang="fr-FR"/>
        </a:p>
      </dgm:t>
    </dgm:pt>
    <dgm:pt modelId="{CEEC3170-5BA7-4120-A8BB-B863ACEED698}" type="sibTrans" cxnId="{E09F9169-B3DD-464E-A771-F8706841202F}">
      <dgm:prSet/>
      <dgm:spPr/>
      <dgm:t>
        <a:bodyPr/>
        <a:lstStyle/>
        <a:p>
          <a:endParaRPr lang="fr-FR"/>
        </a:p>
      </dgm:t>
    </dgm:pt>
    <dgm:pt modelId="{6DC81A7E-074E-4F37-8902-53CF5EB1B10D}">
      <dgm:prSet phldrT="[Texte]"/>
      <dgm:spPr/>
      <dgm:t>
        <a:bodyPr/>
        <a:lstStyle/>
        <a:p>
          <a:r>
            <a:rPr lang="fr-FR" dirty="0"/>
            <a:t>Développement</a:t>
          </a:r>
          <a:br>
            <a:rPr lang="fr-FR" dirty="0"/>
          </a:br>
          <a:r>
            <a:rPr lang="fr-FR" i="1" dirty="0" err="1"/>
            <a:t>Build</a:t>
          </a:r>
          <a:br>
            <a:rPr lang="fr-FR" dirty="0"/>
          </a:br>
          <a:r>
            <a:rPr lang="fr-FR" b="1" dirty="0"/>
            <a:t>MOE </a:t>
          </a:r>
          <a:r>
            <a:rPr lang="fr-FR" b="0" dirty="0"/>
            <a:t>(Maîtrise d’œuvre)</a:t>
          </a:r>
          <a:endParaRPr lang="fr-FR" b="1" dirty="0"/>
        </a:p>
      </dgm:t>
    </dgm:pt>
    <dgm:pt modelId="{853501E1-3B55-4E88-9354-91DD8D1803D0}" type="parTrans" cxnId="{B7892E5B-AC9C-43DF-8B09-B2BE3631F463}">
      <dgm:prSet/>
      <dgm:spPr/>
      <dgm:t>
        <a:bodyPr/>
        <a:lstStyle/>
        <a:p>
          <a:endParaRPr lang="fr-FR"/>
        </a:p>
      </dgm:t>
    </dgm:pt>
    <dgm:pt modelId="{C3C56407-8431-46CA-AD0D-9319EA1CA844}" type="sibTrans" cxnId="{B7892E5B-AC9C-43DF-8B09-B2BE3631F463}">
      <dgm:prSet/>
      <dgm:spPr/>
      <dgm:t>
        <a:bodyPr/>
        <a:lstStyle/>
        <a:p>
          <a:endParaRPr lang="fr-FR"/>
        </a:p>
      </dgm:t>
    </dgm:pt>
    <dgm:pt modelId="{C71B42D1-A2F8-4018-A633-0055335A1591}">
      <dgm:prSet phldrT="[Texte]"/>
      <dgm:spPr/>
      <dgm:t>
        <a:bodyPr/>
        <a:lstStyle/>
        <a:p>
          <a:r>
            <a:rPr lang="fr-FR" dirty="0"/>
            <a:t>Exploitation</a:t>
          </a:r>
          <a:br>
            <a:rPr lang="fr-FR" dirty="0"/>
          </a:br>
          <a:r>
            <a:rPr lang="fr-FR" i="1" dirty="0"/>
            <a:t>Run</a:t>
          </a:r>
          <a:br>
            <a:rPr lang="fr-FR" i="1" dirty="0"/>
          </a:br>
          <a:r>
            <a:rPr lang="fr-FR" b="1" i="0" dirty="0"/>
            <a:t>Utilisateurs</a:t>
          </a:r>
        </a:p>
      </dgm:t>
    </dgm:pt>
    <dgm:pt modelId="{2CA774F1-FE7B-4DB7-A4D7-CFC1EF9A7487}" type="parTrans" cxnId="{1D978530-2AA0-46BE-A2E7-E4ABDE05D8C4}">
      <dgm:prSet/>
      <dgm:spPr/>
      <dgm:t>
        <a:bodyPr/>
        <a:lstStyle/>
        <a:p>
          <a:endParaRPr lang="fr-FR"/>
        </a:p>
      </dgm:t>
    </dgm:pt>
    <dgm:pt modelId="{CD2AB57E-19D9-4B52-B19B-7C3F27E5468C}" type="sibTrans" cxnId="{1D978530-2AA0-46BE-A2E7-E4ABDE05D8C4}">
      <dgm:prSet/>
      <dgm:spPr/>
      <dgm:t>
        <a:bodyPr/>
        <a:lstStyle/>
        <a:p>
          <a:endParaRPr lang="fr-FR"/>
        </a:p>
      </dgm:t>
    </dgm:pt>
    <dgm:pt modelId="{947F79B4-B053-4E3F-AD20-B59A825DBCB2}" type="pres">
      <dgm:prSet presAssocID="{FF27A1DA-1DD3-4F38-8F36-8C74C3C2ADF6}" presName="Name0" presStyleCnt="0">
        <dgm:presLayoutVars>
          <dgm:dir/>
          <dgm:animLvl val="lvl"/>
          <dgm:resizeHandles val="exact"/>
        </dgm:presLayoutVars>
      </dgm:prSet>
      <dgm:spPr/>
    </dgm:pt>
    <dgm:pt modelId="{3A791618-EF20-4E5C-BCD8-19DBBEF1D07D}" type="pres">
      <dgm:prSet presAssocID="{7EB01B76-D874-4D1A-AE17-81ACEAE7974C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A8F73A6-B9C5-4D92-B203-D0C82227C35A}" type="pres">
      <dgm:prSet presAssocID="{CEEC3170-5BA7-4120-A8BB-B863ACEED698}" presName="parTxOnlySpace" presStyleCnt="0"/>
      <dgm:spPr/>
    </dgm:pt>
    <dgm:pt modelId="{B959DC7A-D57C-4F22-80E5-D42958F6AF05}" type="pres">
      <dgm:prSet presAssocID="{6DC81A7E-074E-4F37-8902-53CF5EB1B10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F2310983-244A-4EE2-968A-BD2CE3FD5567}" type="pres">
      <dgm:prSet presAssocID="{C3C56407-8431-46CA-AD0D-9319EA1CA844}" presName="parTxOnlySpace" presStyleCnt="0"/>
      <dgm:spPr/>
    </dgm:pt>
    <dgm:pt modelId="{6C376915-B64D-4E6F-854A-5F15229E1914}" type="pres">
      <dgm:prSet presAssocID="{C71B42D1-A2F8-4018-A633-0055335A159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1D978530-2AA0-46BE-A2E7-E4ABDE05D8C4}" srcId="{FF27A1DA-1DD3-4F38-8F36-8C74C3C2ADF6}" destId="{C71B42D1-A2F8-4018-A633-0055335A1591}" srcOrd="2" destOrd="0" parTransId="{2CA774F1-FE7B-4DB7-A4D7-CFC1EF9A7487}" sibTransId="{CD2AB57E-19D9-4B52-B19B-7C3F27E5468C}"/>
    <dgm:cxn modelId="{90B72C3D-5904-4776-863A-A36802E5482B}" type="presOf" srcId="{7EB01B76-D874-4D1A-AE17-81ACEAE7974C}" destId="{3A791618-EF20-4E5C-BCD8-19DBBEF1D07D}" srcOrd="0" destOrd="0" presId="urn:microsoft.com/office/officeart/2005/8/layout/chevron1"/>
    <dgm:cxn modelId="{B7892E5B-AC9C-43DF-8B09-B2BE3631F463}" srcId="{FF27A1DA-1DD3-4F38-8F36-8C74C3C2ADF6}" destId="{6DC81A7E-074E-4F37-8902-53CF5EB1B10D}" srcOrd="1" destOrd="0" parTransId="{853501E1-3B55-4E88-9354-91DD8D1803D0}" sibTransId="{C3C56407-8431-46CA-AD0D-9319EA1CA844}"/>
    <dgm:cxn modelId="{E09F9169-B3DD-464E-A771-F8706841202F}" srcId="{FF27A1DA-1DD3-4F38-8F36-8C74C3C2ADF6}" destId="{7EB01B76-D874-4D1A-AE17-81ACEAE7974C}" srcOrd="0" destOrd="0" parTransId="{0DE27F23-DD43-432E-AC3B-089BF50A214B}" sibTransId="{CEEC3170-5BA7-4120-A8BB-B863ACEED698}"/>
    <dgm:cxn modelId="{36E5A9C7-B192-4047-9AB5-0FD8F4A60C0F}" type="presOf" srcId="{6DC81A7E-074E-4F37-8902-53CF5EB1B10D}" destId="{B959DC7A-D57C-4F22-80E5-D42958F6AF05}" srcOrd="0" destOrd="0" presId="urn:microsoft.com/office/officeart/2005/8/layout/chevron1"/>
    <dgm:cxn modelId="{48377FCD-CBBC-46DD-A700-9C867448F628}" type="presOf" srcId="{C71B42D1-A2F8-4018-A633-0055335A1591}" destId="{6C376915-B64D-4E6F-854A-5F15229E1914}" srcOrd="0" destOrd="0" presId="urn:microsoft.com/office/officeart/2005/8/layout/chevron1"/>
    <dgm:cxn modelId="{EA2E3DFB-966C-48AE-AB5D-832A9ED76E6A}" type="presOf" srcId="{FF27A1DA-1DD3-4F38-8F36-8C74C3C2ADF6}" destId="{947F79B4-B053-4E3F-AD20-B59A825DBCB2}" srcOrd="0" destOrd="0" presId="urn:microsoft.com/office/officeart/2005/8/layout/chevron1"/>
    <dgm:cxn modelId="{F5F65274-DBF7-4120-801E-EAFE7DF2E2B9}" type="presParOf" srcId="{947F79B4-B053-4E3F-AD20-B59A825DBCB2}" destId="{3A791618-EF20-4E5C-BCD8-19DBBEF1D07D}" srcOrd="0" destOrd="0" presId="urn:microsoft.com/office/officeart/2005/8/layout/chevron1"/>
    <dgm:cxn modelId="{148F5AF6-4653-42EF-A21C-094E285DC809}" type="presParOf" srcId="{947F79B4-B053-4E3F-AD20-B59A825DBCB2}" destId="{EA8F73A6-B9C5-4D92-B203-D0C82227C35A}" srcOrd="1" destOrd="0" presId="urn:microsoft.com/office/officeart/2005/8/layout/chevron1"/>
    <dgm:cxn modelId="{81A7E62A-B90C-46F7-AE59-8B1C869E2C08}" type="presParOf" srcId="{947F79B4-B053-4E3F-AD20-B59A825DBCB2}" destId="{B959DC7A-D57C-4F22-80E5-D42958F6AF05}" srcOrd="2" destOrd="0" presId="urn:microsoft.com/office/officeart/2005/8/layout/chevron1"/>
    <dgm:cxn modelId="{40E93DED-993F-494A-8D38-12AB73C05357}" type="presParOf" srcId="{947F79B4-B053-4E3F-AD20-B59A825DBCB2}" destId="{F2310983-244A-4EE2-968A-BD2CE3FD5567}" srcOrd="3" destOrd="0" presId="urn:microsoft.com/office/officeart/2005/8/layout/chevron1"/>
    <dgm:cxn modelId="{9316C5EB-EE42-4FB1-8CF0-736A1ED96888}" type="presParOf" srcId="{947F79B4-B053-4E3F-AD20-B59A825DBCB2}" destId="{6C376915-B64D-4E6F-854A-5F15229E1914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791618-EF20-4E5C-BCD8-19DBBEF1D07D}">
      <dsp:nvSpPr>
        <dsp:cNvPr id="0" name=""/>
        <dsp:cNvSpPr/>
      </dsp:nvSpPr>
      <dsp:spPr>
        <a:xfrm>
          <a:off x="2821" y="1305668"/>
          <a:ext cx="3437190" cy="1374876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Idée, besoins</a:t>
          </a:r>
          <a:br>
            <a:rPr lang="fr-FR" sz="2300" kern="1200" dirty="0"/>
          </a:br>
          <a:r>
            <a:rPr lang="fr-FR" sz="2300" i="1" kern="1200" dirty="0" err="1"/>
            <a:t>Think</a:t>
          </a:r>
          <a:br>
            <a:rPr lang="fr-FR" sz="2300" i="1" kern="1200" dirty="0"/>
          </a:br>
          <a:r>
            <a:rPr lang="fr-FR" sz="2300" b="1" i="1" kern="1200" dirty="0"/>
            <a:t>MOA </a:t>
          </a:r>
          <a:r>
            <a:rPr lang="fr-FR" sz="2300" b="0" i="1" kern="1200" dirty="0"/>
            <a:t>(Maîtrise d’ouvrage)</a:t>
          </a:r>
          <a:endParaRPr lang="fr-FR" sz="2300" b="1" i="1" kern="1200" dirty="0"/>
        </a:p>
      </dsp:txBody>
      <dsp:txXfrm>
        <a:off x="690259" y="1305668"/>
        <a:ext cx="2062314" cy="1374876"/>
      </dsp:txXfrm>
    </dsp:sp>
    <dsp:sp modelId="{B959DC7A-D57C-4F22-80E5-D42958F6AF05}">
      <dsp:nvSpPr>
        <dsp:cNvPr id="0" name=""/>
        <dsp:cNvSpPr/>
      </dsp:nvSpPr>
      <dsp:spPr>
        <a:xfrm>
          <a:off x="3096292" y="1305668"/>
          <a:ext cx="3437190" cy="1374876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Développement</a:t>
          </a:r>
          <a:br>
            <a:rPr lang="fr-FR" sz="2300" kern="1200" dirty="0"/>
          </a:br>
          <a:r>
            <a:rPr lang="fr-FR" sz="2300" i="1" kern="1200" dirty="0" err="1"/>
            <a:t>Build</a:t>
          </a:r>
          <a:br>
            <a:rPr lang="fr-FR" sz="2300" kern="1200" dirty="0"/>
          </a:br>
          <a:r>
            <a:rPr lang="fr-FR" sz="2300" b="1" kern="1200" dirty="0"/>
            <a:t>MOE </a:t>
          </a:r>
          <a:r>
            <a:rPr lang="fr-FR" sz="2300" b="0" kern="1200" dirty="0"/>
            <a:t>(Maîtrise d’œuvre)</a:t>
          </a:r>
          <a:endParaRPr lang="fr-FR" sz="2300" b="1" kern="1200" dirty="0"/>
        </a:p>
      </dsp:txBody>
      <dsp:txXfrm>
        <a:off x="3783730" y="1305668"/>
        <a:ext cx="2062314" cy="1374876"/>
      </dsp:txXfrm>
    </dsp:sp>
    <dsp:sp modelId="{6C376915-B64D-4E6F-854A-5F15229E1914}">
      <dsp:nvSpPr>
        <dsp:cNvPr id="0" name=""/>
        <dsp:cNvSpPr/>
      </dsp:nvSpPr>
      <dsp:spPr>
        <a:xfrm>
          <a:off x="6189763" y="1305668"/>
          <a:ext cx="3437190" cy="1374876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Exploitation</a:t>
          </a:r>
          <a:br>
            <a:rPr lang="fr-FR" sz="2300" kern="1200" dirty="0"/>
          </a:br>
          <a:r>
            <a:rPr lang="fr-FR" sz="2300" i="1" kern="1200" dirty="0"/>
            <a:t>Run</a:t>
          </a:r>
          <a:br>
            <a:rPr lang="fr-FR" sz="2300" i="1" kern="1200" dirty="0"/>
          </a:br>
          <a:r>
            <a:rPr lang="fr-FR" sz="2300" b="1" i="0" kern="1200" dirty="0"/>
            <a:t>Utilisateurs</a:t>
          </a:r>
        </a:p>
      </dsp:txBody>
      <dsp:txXfrm>
        <a:off x="6877201" y="1305668"/>
        <a:ext cx="2062314" cy="13748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9C801BB-FD05-48A6-96CC-BEDE470E66A8}" type="datetime1">
              <a:rPr lang="fr-FR" smtClean="0"/>
              <a:t>10/03/2023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2977E94-A6AB-4E02-8E43-E89F9CF4757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1101F89-C3C8-411F-AC4E-FE0C6D481D1D}" type="datetime1">
              <a:rPr lang="fr-FR" noProof="0" smtClean="0"/>
              <a:t>10/03/2023</a:t>
            </a:fld>
            <a:endParaRPr lang="fr-FR" noProof="0" dirty="0"/>
          </a:p>
        </p:txBody>
      </p:sp>
      <p:sp>
        <p:nvSpPr>
          <p:cNvPr id="4" name="Espace réservé d’image de diapositive 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 dirty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ED491D0-8E1B-49C7-849B-A28568D94497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7608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Vérification vs Validation</a:t>
            </a:r>
          </a:p>
          <a:p>
            <a:endParaRPr lang="fr-FR" dirty="0"/>
          </a:p>
          <a:p>
            <a:r>
              <a:rPr lang="fr-FR" dirty="0"/>
              <a:t>La vérification vise à montrer qu’un produit satisfait à sa spécification</a:t>
            </a:r>
          </a:p>
          <a:p>
            <a:r>
              <a:rPr lang="fr-FR" dirty="0"/>
              <a:t>C’est un processus interne à l’équipe de développement</a:t>
            </a:r>
          </a:p>
          <a:p>
            <a:pPr marL="171450" indent="-171450">
              <a:buFontTx/>
              <a:buChar char="-"/>
            </a:pPr>
            <a:r>
              <a:rPr lang="fr-FR" dirty="0"/>
              <a:t>Tests</a:t>
            </a:r>
          </a:p>
          <a:p>
            <a:pPr marL="171450" indent="-171450">
              <a:buFontTx/>
              <a:buChar char="-"/>
            </a:pPr>
            <a:r>
              <a:rPr lang="fr-FR" dirty="0"/>
              <a:t>Revue de code</a:t>
            </a:r>
          </a:p>
          <a:p>
            <a:pPr marL="171450" indent="-171450">
              <a:buFontTx/>
              <a:buChar char="-"/>
            </a:pPr>
            <a:endParaRPr lang="fr-FR" dirty="0"/>
          </a:p>
          <a:p>
            <a:pPr marL="171450" indent="-171450">
              <a:buFontTx/>
              <a:buChar char="-"/>
            </a:pPr>
            <a:endParaRPr lang="fr-FR" dirty="0"/>
          </a:p>
          <a:p>
            <a:r>
              <a:rPr lang="fr-FR" dirty="0"/>
              <a:t>La validation vise à montrer que l’application satisfait les besoins du  client</a:t>
            </a:r>
          </a:p>
          <a:p>
            <a:r>
              <a:rPr lang="fr-FR" dirty="0"/>
              <a:t>Processus externe conduit par le client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D491D0-8E1B-49C7-849B-A28568D94497}" type="slidenum">
              <a:rPr lang="fr-FR" noProof="0" smtClean="0"/>
              <a:t>16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502215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rtlCol="0"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1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E58B253A-C60C-446F-BF32-D25BC5270AF5}" type="datetime1">
              <a:rPr lang="fr-FR" smtClean="0"/>
              <a:t>10/03/2023</a:t>
            </a:fld>
            <a:endParaRPr lang="fr-FR" dirty="0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450B4B9-7DDB-465A-978C-C7AE9D64BC02}" type="datetime1">
              <a:rPr lang="fr-FR" smtClean="0"/>
              <a:pPr/>
              <a:t>10/03/2023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2" name="Titre 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 rtlCol="0"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9AAC13B-36B6-4F85-B793-76954BA56095}" type="datetime1">
              <a:rPr lang="fr-FR" smtClean="0"/>
              <a:t>10/03/2023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E95E67-AEDF-4C51-A5C0-2E715EBB1C5A}" type="datetime1">
              <a:rPr lang="fr-FR" smtClean="0"/>
              <a:t>10/03/2023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7" name="Espace réservé de la date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6D7215D-F21F-45DC-9287-73F8D38530E4}" type="datetime1">
              <a:rPr lang="fr-FR" smtClean="0"/>
              <a:pPr/>
              <a:t>10/03/2023</a:t>
            </a:fld>
            <a:endParaRPr lang="fr-FR" dirty="0"/>
          </a:p>
        </p:txBody>
      </p:sp>
      <p:sp>
        <p:nvSpPr>
          <p:cNvPr id="8" name="Espace réservé du pied de page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3D6300-A925-4E40-83D3-DB7425DA8D92}" type="datetime1">
              <a:rPr lang="fr-FR" smtClean="0"/>
              <a:t>10/03/2023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 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12F62A-CC2E-49E6-88EB-571B3FF2DE8A}" type="datetime1">
              <a:rPr lang="fr-FR" smtClean="0"/>
              <a:t>10/03/2023</a:t>
            </a:fld>
            <a:endParaRPr lang="fr-FR" dirty="0"/>
          </a:p>
        </p:txBody>
      </p:sp>
      <p:sp>
        <p:nvSpPr>
          <p:cNvPr id="3" name="Espace réservé du pied de page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u texte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 rtlCol="0"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3" name="Espace réservé du contenu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 rtlCol="0"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3389F6-3AC3-4117-8BF2-9CD446E468A0}" type="datetime1">
              <a:rPr lang="fr-FR" smtClean="0"/>
              <a:t>10/03/2023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 rtlCol="0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3" name="Espace réservé d’image 2" descr="Espace réservé vide pour ajouter une image. Cliquez sur l’espace réservé et sélectionnez l’image à ajouter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9DFB81F-413D-4B3C-ACB3-41869F69AF48}" type="datetime1">
              <a:rPr lang="fr-FR" smtClean="0"/>
              <a:t>10/03/2023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97267F-9C36-44DE-83AC-52D06FCBA136}" type="datetime1">
              <a:rPr lang="fr-FR" smtClean="0"/>
              <a:t>10/03/2023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pic>
        <p:nvPicPr>
          <p:cNvPr id="7" name="Image 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 rtlCol="0"/>
          <a:lstStyle>
            <a:lvl1pPr>
              <a:defRPr/>
            </a:lvl1pPr>
          </a:lstStyle>
          <a:p>
            <a:fld id="{A58689FB-1A87-46B3-BF3F-F50E4336314B}" type="datetime1">
              <a:rPr lang="fr-FR" smtClean="0"/>
              <a:pPr/>
              <a:t>10/03/2023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 rtlCol="0"/>
          <a:lstStyle/>
          <a:p>
            <a:pPr rtl="0"/>
            <a:fld id="{BD266BE7-899D-4075-917F-DBDE33B6B69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dirty="0"/>
              <a:t>Modifiez le style du titre</a:t>
            </a:r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dirty="0"/>
              <a:t>Modifiez les styles du texte du masque</a:t>
            </a:r>
          </a:p>
          <a:p>
            <a:pPr lvl="1" rtl="0"/>
            <a:r>
              <a:rPr lang="fr-FR" dirty="0"/>
              <a:t>Deuxième niveau</a:t>
            </a:r>
          </a:p>
          <a:p>
            <a:pPr lvl="2" rtl="0"/>
            <a:r>
              <a:rPr lang="fr-FR" dirty="0"/>
              <a:t>Troisième niveau</a:t>
            </a:r>
          </a:p>
          <a:p>
            <a:pPr lvl="3" rtl="0"/>
            <a:r>
              <a:rPr lang="fr-FR" dirty="0"/>
              <a:t>Quatrième niveau</a:t>
            </a:r>
          </a:p>
          <a:p>
            <a:pPr lvl="4" rtl="0"/>
            <a:r>
              <a:rPr lang="fr-FR" dirty="0"/>
              <a:t>Cinquième niveau</a:t>
            </a:r>
          </a:p>
          <a:p>
            <a:pPr lvl="5" rtl="0"/>
            <a:r>
              <a:rPr lang="fr-FR" dirty="0"/>
              <a:t>Sixième</a:t>
            </a:r>
          </a:p>
          <a:p>
            <a:pPr lvl="6" rtl="0"/>
            <a:r>
              <a:rPr lang="fr-FR" dirty="0"/>
              <a:t>Septième</a:t>
            </a:r>
          </a:p>
          <a:p>
            <a:pPr lvl="7" rtl="0"/>
            <a:r>
              <a:rPr lang="fr-FR" dirty="0"/>
              <a:t>Huitième</a:t>
            </a:r>
          </a:p>
          <a:p>
            <a:pPr lvl="8" rtl="0"/>
            <a:r>
              <a:rPr lang="fr-FR" dirty="0"/>
              <a:t>Neuvième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</a:defRPr>
            </a:lvl1pPr>
          </a:lstStyle>
          <a:p>
            <a:fld id="{83A09EB0-8DC2-4DED-ACA5-A7797F41DE4D}" type="datetime1">
              <a:rPr lang="fr-FR" smtClean="0"/>
              <a:pPr/>
              <a:t>10/03/2023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pPr rtl="0"/>
            <a:fld id="{BD266BE7-899D-4075-917F-DBDE33B6B692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fr-FR" dirty="0"/>
              <a:t>Gestion de projet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fr-FR" dirty="0"/>
              <a:t>Le cycle en V et le </a:t>
            </a:r>
            <a:r>
              <a:rPr lang="fr-FR" dirty="0" err="1"/>
              <a:t>framework</a:t>
            </a:r>
            <a:r>
              <a:rPr lang="fr-FR" dirty="0"/>
              <a:t> SCRUM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E36D11-054A-EA8F-6054-FEE0D02D9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A6DBB3-CD18-EA3C-2540-617197625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Définir ce qu’est un </a:t>
            </a:r>
            <a:r>
              <a:rPr lang="fr-FR" b="1" dirty="0">
                <a:solidFill>
                  <a:schemeClr val="accent2"/>
                </a:solidFill>
              </a:rPr>
              <a:t>projet</a:t>
            </a:r>
          </a:p>
          <a:p>
            <a:r>
              <a:rPr lang="fr-FR" dirty="0"/>
              <a:t>Définir ce qu’est la </a:t>
            </a:r>
            <a:r>
              <a:rPr lang="fr-FR" b="1" dirty="0">
                <a:solidFill>
                  <a:schemeClr val="accent2"/>
                </a:solidFill>
              </a:rPr>
              <a:t>gestion de projet</a:t>
            </a:r>
          </a:p>
          <a:p>
            <a:r>
              <a:rPr lang="fr-FR" dirty="0"/>
              <a:t>Repérer les principes et étapes de </a:t>
            </a:r>
            <a:r>
              <a:rPr lang="fr-FR" b="1" dirty="0">
                <a:solidFill>
                  <a:schemeClr val="accent2"/>
                </a:solidFill>
              </a:rPr>
              <a:t>l’approche classique (cycle en V)</a:t>
            </a:r>
          </a:p>
          <a:p>
            <a:r>
              <a:rPr lang="fr-FR" dirty="0"/>
              <a:t>Découvrir les </a:t>
            </a:r>
            <a:r>
              <a:rPr lang="fr-FR" b="1" dirty="0">
                <a:solidFill>
                  <a:schemeClr val="accent2"/>
                </a:solidFill>
              </a:rPr>
              <a:t>valeurs</a:t>
            </a:r>
            <a:r>
              <a:rPr lang="fr-FR" dirty="0"/>
              <a:t> et les </a:t>
            </a:r>
            <a:r>
              <a:rPr lang="fr-FR" b="1" dirty="0">
                <a:solidFill>
                  <a:schemeClr val="accent2"/>
                </a:solidFill>
              </a:rPr>
              <a:t>principes</a:t>
            </a:r>
            <a:r>
              <a:rPr lang="fr-FR" dirty="0"/>
              <a:t> portés par </a:t>
            </a:r>
            <a:r>
              <a:rPr lang="fr-FR" b="1" dirty="0">
                <a:solidFill>
                  <a:schemeClr val="accent2"/>
                </a:solidFill>
              </a:rPr>
              <a:t>l’agilité</a:t>
            </a:r>
          </a:p>
          <a:p>
            <a:r>
              <a:rPr lang="fr-FR" dirty="0"/>
              <a:t>Découvrir comment l’agilité est mise en œuvre avec le </a:t>
            </a:r>
            <a:r>
              <a:rPr lang="fr-FR" b="1" dirty="0" err="1">
                <a:solidFill>
                  <a:schemeClr val="accent2"/>
                </a:solidFill>
              </a:rPr>
              <a:t>framework</a:t>
            </a:r>
            <a:r>
              <a:rPr lang="fr-FR" b="1" dirty="0">
                <a:solidFill>
                  <a:schemeClr val="accent2"/>
                </a:solidFill>
              </a:rPr>
              <a:t> Scrum</a:t>
            </a:r>
          </a:p>
        </p:txBody>
      </p:sp>
    </p:spTree>
    <p:extLst>
      <p:ext uri="{BB962C8B-B14F-4D97-AF65-F5344CB8AC3E}">
        <p14:creationId xmlns:p14="http://schemas.microsoft.com/office/powerpoint/2010/main" val="397987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FD87DF-2000-9C1E-DD82-1242F6B3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F28AA1-93F5-B0E8-0A9B-9951A6777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UcPeriod"/>
            </a:pPr>
            <a:r>
              <a:rPr lang="fr-FR" dirty="0"/>
              <a:t>Projet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/>
              <a:t>Gestion de projet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/>
              <a:t>Cycle en V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/>
              <a:t>Méthode agile et Framework Scrum</a:t>
            </a:r>
          </a:p>
          <a:p>
            <a:pPr marL="514350" indent="-514350">
              <a:buFont typeface="+mj-lt"/>
              <a:buAutoNum type="roman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5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962281B-1C38-D33E-4F14-7870B1AAC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 – Projet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0129077-8CFF-DE1E-58DB-1CF7D023B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Qu’est ce qu’un projet ?</a:t>
            </a:r>
          </a:p>
          <a:p>
            <a:r>
              <a:rPr lang="fr-FR" dirty="0"/>
              <a:t>Quels en sont les principaux acteurs ?</a:t>
            </a:r>
          </a:p>
          <a:p>
            <a:r>
              <a:rPr lang="fr-FR" dirty="0"/>
              <a:t>Quels sont les problématiques liées à un projet ?</a:t>
            </a:r>
          </a:p>
        </p:txBody>
      </p:sp>
    </p:spTree>
    <p:extLst>
      <p:ext uri="{BB962C8B-B14F-4D97-AF65-F5344CB8AC3E}">
        <p14:creationId xmlns:p14="http://schemas.microsoft.com/office/powerpoint/2010/main" val="397238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5C8478-7BEB-65C7-3DC3-566E07113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 – Projet : Définition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1EBA32-457F-7120-5BB2-CC59DEEDB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u="sng" dirty="0"/>
              <a:t>Projet : </a:t>
            </a:r>
          </a:p>
          <a:p>
            <a:pPr lvl="1"/>
            <a:r>
              <a:rPr lang="fr-FR" dirty="0"/>
              <a:t>Ensemble </a:t>
            </a:r>
            <a:r>
              <a:rPr lang="fr-FR" b="1" dirty="0">
                <a:solidFill>
                  <a:schemeClr val="accent2"/>
                </a:solidFill>
              </a:rPr>
              <a:t>finalisé d’activités et d’actions </a:t>
            </a:r>
          </a:p>
          <a:p>
            <a:pPr lvl="1"/>
            <a:r>
              <a:rPr lang="fr-FR" dirty="0"/>
              <a:t>Entrepris par une « équipe projet » sous la responsabilité d’un chef de projet</a:t>
            </a:r>
          </a:p>
          <a:p>
            <a:pPr lvl="1"/>
            <a:r>
              <a:rPr lang="fr-FR" dirty="0"/>
              <a:t>Répond à un </a:t>
            </a:r>
            <a:r>
              <a:rPr lang="fr-FR" b="1" dirty="0">
                <a:solidFill>
                  <a:schemeClr val="accent2"/>
                </a:solidFill>
              </a:rPr>
              <a:t>besoin</a:t>
            </a:r>
            <a:r>
              <a:rPr lang="fr-FR" dirty="0"/>
              <a:t> (objectif clair et défini)</a:t>
            </a:r>
          </a:p>
          <a:p>
            <a:pPr lvl="1"/>
            <a:r>
              <a:rPr lang="fr-FR" dirty="0"/>
              <a:t>Fourni un ou plusieurs </a:t>
            </a:r>
            <a:r>
              <a:rPr lang="fr-FR" b="1" dirty="0">
                <a:solidFill>
                  <a:schemeClr val="accent2"/>
                </a:solidFill>
              </a:rPr>
              <a:t>livrables</a:t>
            </a:r>
          </a:p>
          <a:p>
            <a:pPr lvl="1"/>
            <a:r>
              <a:rPr lang="fr-FR" b="1" dirty="0">
                <a:solidFill>
                  <a:schemeClr val="accent2"/>
                </a:solidFill>
              </a:rPr>
              <a:t>Délais fixes</a:t>
            </a:r>
          </a:p>
          <a:p>
            <a:pPr lvl="1"/>
            <a:r>
              <a:rPr lang="fr-FR" dirty="0"/>
              <a:t>Budget fixe</a:t>
            </a:r>
          </a:p>
          <a:p>
            <a:pPr lvl="1"/>
            <a:endParaRPr lang="fr-FR" dirty="0"/>
          </a:p>
          <a:p>
            <a:r>
              <a:rPr lang="fr-FR" b="1" dirty="0"/>
              <a:t>Ne pas confondre avec une opération (fabrication en série)</a:t>
            </a:r>
          </a:p>
          <a:p>
            <a:r>
              <a:rPr lang="fr-FR" dirty="0"/>
              <a:t>Projet =&gt; </a:t>
            </a:r>
            <a:r>
              <a:rPr lang="fr-FR" b="1" dirty="0">
                <a:solidFill>
                  <a:schemeClr val="accent2"/>
                </a:solidFill>
              </a:rPr>
              <a:t>inédit et unique</a:t>
            </a:r>
          </a:p>
        </p:txBody>
      </p:sp>
    </p:spTree>
    <p:extLst>
      <p:ext uri="{BB962C8B-B14F-4D97-AF65-F5344CB8AC3E}">
        <p14:creationId xmlns:p14="http://schemas.microsoft.com/office/powerpoint/2010/main" val="2347976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279BE4-5C65-5CFC-56AD-96C533FE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 – Projet : Acteurs 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6C072945-A51F-4512-5A7A-4C28802EC7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2006698"/>
              </p:ext>
            </p:extLst>
          </p:nvPr>
        </p:nvGraphicFramePr>
        <p:xfrm>
          <a:off x="1279525" y="2190750"/>
          <a:ext cx="9629775" cy="3986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77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B30C69-FA6E-D389-AEC7-75C1B15F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 – Projet : Problématiques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DE2164-C645-F227-3F16-02AE80A92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Développement logiciel </a:t>
            </a:r>
            <a:r>
              <a:rPr lang="fr-FR" b="1" dirty="0">
                <a:solidFill>
                  <a:schemeClr val="accent2"/>
                </a:solidFill>
              </a:rPr>
              <a:t>≠</a:t>
            </a:r>
            <a:r>
              <a:rPr lang="fr-FR" dirty="0"/>
              <a:t> production en série</a:t>
            </a:r>
          </a:p>
          <a:p>
            <a:r>
              <a:rPr lang="fr-FR" dirty="0"/>
              <a:t>Comment faire face aux changements 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Le métier évolue en permanence (concurrence)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La technologie progresse de </a:t>
            </a:r>
            <a:r>
              <a:rPr lang="fr-FR" b="1" dirty="0">
                <a:solidFill>
                  <a:schemeClr val="accent2"/>
                </a:solidFill>
              </a:rPr>
              <a:t>+</a:t>
            </a:r>
            <a:r>
              <a:rPr lang="fr-FR" dirty="0"/>
              <a:t> en </a:t>
            </a:r>
            <a:r>
              <a:rPr lang="fr-FR" b="1" dirty="0">
                <a:solidFill>
                  <a:schemeClr val="accent2"/>
                </a:solidFill>
              </a:rPr>
              <a:t>+</a:t>
            </a:r>
            <a:r>
              <a:rPr lang="fr-FR" dirty="0"/>
              <a:t> vite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2"/>
                </a:solidFill>
              </a:rPr>
              <a:t>+</a:t>
            </a:r>
            <a:r>
              <a:rPr lang="fr-FR" dirty="0"/>
              <a:t> le projet est complexe </a:t>
            </a:r>
            <a:r>
              <a:rPr lang="fr-FR" b="1" dirty="0">
                <a:solidFill>
                  <a:schemeClr val="accent2"/>
                </a:solidFill>
              </a:rPr>
              <a:t>+</a:t>
            </a:r>
            <a:r>
              <a:rPr lang="fr-FR" dirty="0"/>
              <a:t> il y aura de changements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Les changements viennent se confronter à la conception initiale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Comment satisfaire les besoins des clients et maîtrise les coûts ?</a:t>
            </a:r>
          </a:p>
        </p:txBody>
      </p:sp>
    </p:spTree>
    <p:extLst>
      <p:ext uri="{BB962C8B-B14F-4D97-AF65-F5344CB8AC3E}">
        <p14:creationId xmlns:p14="http://schemas.microsoft.com/office/powerpoint/2010/main" val="272110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BC25E07-0F11-5B12-86C7-5A7C0972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 projet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30EC611-7187-860A-5815-43BECD686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Qu’est ce que la gestion de projet ?</a:t>
            </a:r>
          </a:p>
        </p:txBody>
      </p:sp>
    </p:spTree>
    <p:extLst>
      <p:ext uri="{BB962C8B-B14F-4D97-AF65-F5344CB8AC3E}">
        <p14:creationId xmlns:p14="http://schemas.microsoft.com/office/powerpoint/2010/main" val="3542958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D4F9DE-23E2-D431-3391-2F8DDCA41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 – Gestion de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7E1297-C282-940B-9CA0-397A27CB7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fr-FR" dirty="0"/>
              <a:t>Ensemble d’activités permettant :</a:t>
            </a:r>
          </a:p>
          <a:p>
            <a:pPr lvl="1"/>
            <a:r>
              <a:rPr lang="fr-FR" dirty="0"/>
              <a:t>D’organiser le bon déroulement d’un projet</a:t>
            </a:r>
          </a:p>
          <a:p>
            <a:pPr lvl="1"/>
            <a:r>
              <a:rPr lang="fr-FR" dirty="0"/>
              <a:t>D’atteindre les objectifs en temps et en heures selon les objectifs visés</a:t>
            </a:r>
          </a:p>
          <a:p>
            <a:pPr lvl="1"/>
            <a:r>
              <a:rPr lang="fr-FR" dirty="0"/>
              <a:t>Consiste en l’application de méthodes, techniques et outils spécifiques</a:t>
            </a:r>
          </a:p>
          <a:p>
            <a:pPr lvl="1"/>
            <a:r>
              <a:rPr lang="fr-FR" dirty="0"/>
              <a:t>Répondre aux différentes problématiques posées par le développement d’un projet de développement logiciel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357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EE8AB7-57D1-C6CD-55FB-616F3E141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 – Gestion de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B8921F-A74E-4471-795F-B3BD50D42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S’apparente à la gestion en général</a:t>
            </a:r>
          </a:p>
          <a:p>
            <a:r>
              <a:rPr lang="fr-FR" dirty="0"/>
              <a:t>Intègre également les composantes suivantes :</a:t>
            </a:r>
          </a:p>
          <a:p>
            <a:pPr lvl="1"/>
            <a:r>
              <a:rPr lang="fr-FR" b="1" dirty="0"/>
              <a:t>La gouvernance de projet : </a:t>
            </a:r>
            <a:r>
              <a:rPr lang="fr-FR" dirty="0"/>
              <a:t>pilotage stratégique, définition du cadre (responsabilités, mécanismes de prise de décision, budget…)</a:t>
            </a:r>
          </a:p>
          <a:p>
            <a:pPr lvl="1"/>
            <a:r>
              <a:rPr lang="fr-FR" b="1" dirty="0"/>
              <a:t>Les processus de gestion de projet :</a:t>
            </a:r>
            <a:r>
              <a:rPr lang="fr-FR" dirty="0"/>
              <a:t> visent à gérer le projet et ses activités (ne dépendent pas du domaine métier du projet)</a:t>
            </a:r>
          </a:p>
          <a:p>
            <a:pPr lvl="1"/>
            <a:r>
              <a:rPr lang="fr-FR" b="1" dirty="0">
                <a:solidFill>
                  <a:schemeClr val="accent2"/>
                </a:solidFill>
              </a:rPr>
              <a:t>Les processus de réalisations de projet :</a:t>
            </a:r>
            <a:r>
              <a:rPr lang="fr-FR" dirty="0">
                <a:solidFill>
                  <a:schemeClr val="accent2"/>
                </a:solidFill>
              </a:rPr>
              <a:t> définissent le « cycle de vie du projet », dépendent du domaine métier du projet</a:t>
            </a:r>
            <a:endParaRPr lang="fr-FR" b="1" dirty="0">
              <a:solidFill>
                <a:schemeClr val="accent2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7152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8EF2560-6683-1C79-9D3B-D913047EC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III - Le cycle en V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8C376F3-5A9E-4D18-0C2B-533553277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L’approche classique pour le développement logiciel</a:t>
            </a:r>
          </a:p>
        </p:txBody>
      </p:sp>
    </p:spTree>
    <p:extLst>
      <p:ext uri="{BB962C8B-B14F-4D97-AF65-F5344CB8AC3E}">
        <p14:creationId xmlns:p14="http://schemas.microsoft.com/office/powerpoint/2010/main" val="60250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D901EB9-0E37-1339-A1E9-01E4F0399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III – Le cycle en V - Historique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DCA1DD9-FEBD-FB69-3A04-AD67E1839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cycle en V est une amélioration de l’approche en </a:t>
            </a:r>
            <a:r>
              <a:rPr lang="fr-FR" b="1" dirty="0">
                <a:solidFill>
                  <a:schemeClr val="accent2"/>
                </a:solidFill>
              </a:rPr>
              <a:t>cascade</a:t>
            </a:r>
            <a:r>
              <a:rPr lang="fr-FR" dirty="0"/>
              <a:t> (</a:t>
            </a:r>
            <a:r>
              <a:rPr lang="fr-FR" dirty="0" err="1"/>
              <a:t>waterfall</a:t>
            </a:r>
            <a:r>
              <a:rPr lang="fr-FR" dirty="0"/>
              <a:t>)</a:t>
            </a:r>
          </a:p>
          <a:p>
            <a:r>
              <a:rPr lang="fr-FR" dirty="0"/>
              <a:t>Approche séquentielle et linéaire</a:t>
            </a:r>
          </a:p>
        </p:txBody>
      </p:sp>
      <p:pic>
        <p:nvPicPr>
          <p:cNvPr id="6" name="Picture 2" descr="cascade">
            <a:extLst>
              <a:ext uri="{FF2B5EF4-FFF2-40B4-BE49-F238E27FC236}">
                <a16:creationId xmlns:a16="http://schemas.microsoft.com/office/drawing/2014/main" id="{420FFCF2-6E71-50C9-DF65-1545FF3FBFC3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01" y="3262218"/>
            <a:ext cx="4814316" cy="321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A531E38-8EDA-2886-A5A3-C8F257E32E26}"/>
              </a:ext>
            </a:extLst>
          </p:cNvPr>
          <p:cNvSpPr txBox="1"/>
          <p:nvPr/>
        </p:nvSpPr>
        <p:spPr>
          <a:xfrm>
            <a:off x="6360994" y="3262218"/>
            <a:ext cx="46810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Inconvénients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Non adapté aux systèmes complexes composés de plusieurs composants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Manque d’étapes lors de la validation des livrables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Nécessite que les exigences exprimées en début de projet soit claires, complètes et non ambiguës (rarement le cas)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429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E39B40-040C-FE70-34A3-544429867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Vue d’ensemble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B01C80-B59E-E7D9-DC8D-4F46CA0A3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Modèle organisationnel des activités d’un projet </a:t>
            </a:r>
          </a:p>
          <a:p>
            <a:r>
              <a:rPr lang="fr-FR" dirty="0"/>
              <a:t>Caractérisé par :</a:t>
            </a:r>
          </a:p>
          <a:p>
            <a:pPr lvl="1"/>
            <a:r>
              <a:rPr lang="fr-FR" dirty="0"/>
              <a:t>Un </a:t>
            </a:r>
            <a:r>
              <a:rPr lang="fr-FR" b="1" dirty="0"/>
              <a:t>flux d’activités descendant </a:t>
            </a:r>
            <a:r>
              <a:rPr lang="fr-FR" dirty="0"/>
              <a:t>détaillant le produit </a:t>
            </a:r>
          </a:p>
          <a:p>
            <a:pPr lvl="1"/>
            <a:r>
              <a:rPr lang="fr-FR" dirty="0"/>
              <a:t>La </a:t>
            </a:r>
            <a:r>
              <a:rPr lang="fr-FR" b="1" dirty="0"/>
              <a:t>réalisation</a:t>
            </a:r>
            <a:r>
              <a:rPr lang="fr-FR" dirty="0"/>
              <a:t> du projet</a:t>
            </a:r>
          </a:p>
          <a:p>
            <a:pPr lvl="1"/>
            <a:r>
              <a:rPr lang="fr-FR" dirty="0"/>
              <a:t>Un </a:t>
            </a:r>
            <a:r>
              <a:rPr lang="fr-FR" b="1" dirty="0"/>
              <a:t>flux ascendant </a:t>
            </a:r>
            <a:r>
              <a:rPr lang="fr-FR" dirty="0"/>
              <a:t>comprenant les activités d’assemblage du produit ainsi que sa validation</a:t>
            </a:r>
          </a:p>
        </p:txBody>
      </p:sp>
    </p:spTree>
    <p:extLst>
      <p:ext uri="{BB962C8B-B14F-4D97-AF65-F5344CB8AC3E}">
        <p14:creationId xmlns:p14="http://schemas.microsoft.com/office/powerpoint/2010/main" val="252833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ande diagonale 29">
            <a:extLst>
              <a:ext uri="{FF2B5EF4-FFF2-40B4-BE49-F238E27FC236}">
                <a16:creationId xmlns:a16="http://schemas.microsoft.com/office/drawing/2014/main" id="{61B440C7-E23B-A3A3-7D76-805E421FD8FC}"/>
              </a:ext>
            </a:extLst>
          </p:cNvPr>
          <p:cNvSpPr/>
          <p:nvPr/>
        </p:nvSpPr>
        <p:spPr>
          <a:xfrm flipH="1">
            <a:off x="140563" y="57704"/>
            <a:ext cx="5964709" cy="6565037"/>
          </a:xfrm>
          <a:custGeom>
            <a:avLst/>
            <a:gdLst>
              <a:gd name="connsiteX0" fmla="*/ 0 w 5955438"/>
              <a:gd name="connsiteY0" fmla="*/ 3280299 h 6560598"/>
              <a:gd name="connsiteX1" fmla="*/ 2977719 w 5955438"/>
              <a:gd name="connsiteY1" fmla="*/ 0 h 6560598"/>
              <a:gd name="connsiteX2" fmla="*/ 5955438 w 5955438"/>
              <a:gd name="connsiteY2" fmla="*/ 0 h 6560598"/>
              <a:gd name="connsiteX3" fmla="*/ 0 w 5955438"/>
              <a:gd name="connsiteY3" fmla="*/ 6560598 h 6560598"/>
              <a:gd name="connsiteX4" fmla="*/ 0 w 5955438"/>
              <a:gd name="connsiteY4" fmla="*/ 3280299 h 6560598"/>
              <a:gd name="connsiteX0" fmla="*/ 8878 w 5955438"/>
              <a:gd name="connsiteY0" fmla="*/ 4447712 h 6560598"/>
              <a:gd name="connsiteX1" fmla="*/ 2977719 w 5955438"/>
              <a:gd name="connsiteY1" fmla="*/ 0 h 6560598"/>
              <a:gd name="connsiteX2" fmla="*/ 5955438 w 5955438"/>
              <a:gd name="connsiteY2" fmla="*/ 0 h 6560598"/>
              <a:gd name="connsiteX3" fmla="*/ 0 w 5955438"/>
              <a:gd name="connsiteY3" fmla="*/ 6560598 h 6560598"/>
              <a:gd name="connsiteX4" fmla="*/ 8878 w 5955438"/>
              <a:gd name="connsiteY4" fmla="*/ 4447712 h 6560598"/>
              <a:gd name="connsiteX0" fmla="*/ 8878 w 5955438"/>
              <a:gd name="connsiteY0" fmla="*/ 4447712 h 6560598"/>
              <a:gd name="connsiteX1" fmla="*/ 4158450 w 5955438"/>
              <a:gd name="connsiteY1" fmla="*/ 0 h 6560598"/>
              <a:gd name="connsiteX2" fmla="*/ 5955438 w 5955438"/>
              <a:gd name="connsiteY2" fmla="*/ 0 h 6560598"/>
              <a:gd name="connsiteX3" fmla="*/ 0 w 5955438"/>
              <a:gd name="connsiteY3" fmla="*/ 6560598 h 6560598"/>
              <a:gd name="connsiteX4" fmla="*/ 8878 w 5955438"/>
              <a:gd name="connsiteY4" fmla="*/ 4447712 h 6560598"/>
              <a:gd name="connsiteX0" fmla="*/ 8878 w 5955438"/>
              <a:gd name="connsiteY0" fmla="*/ 4452151 h 6565037"/>
              <a:gd name="connsiteX1" fmla="*/ 3745639 w 5955438"/>
              <a:gd name="connsiteY1" fmla="*/ 0 h 6565037"/>
              <a:gd name="connsiteX2" fmla="*/ 5955438 w 5955438"/>
              <a:gd name="connsiteY2" fmla="*/ 4439 h 6565037"/>
              <a:gd name="connsiteX3" fmla="*/ 0 w 5955438"/>
              <a:gd name="connsiteY3" fmla="*/ 6565037 h 6565037"/>
              <a:gd name="connsiteX4" fmla="*/ 8878 w 5955438"/>
              <a:gd name="connsiteY4" fmla="*/ 4452151 h 6565037"/>
              <a:gd name="connsiteX0" fmla="*/ 393 w 5964709"/>
              <a:gd name="connsiteY0" fmla="*/ 4452151 h 6565037"/>
              <a:gd name="connsiteX1" fmla="*/ 3754910 w 5964709"/>
              <a:gd name="connsiteY1" fmla="*/ 0 h 6565037"/>
              <a:gd name="connsiteX2" fmla="*/ 5964709 w 5964709"/>
              <a:gd name="connsiteY2" fmla="*/ 4439 h 6565037"/>
              <a:gd name="connsiteX3" fmla="*/ 9271 w 5964709"/>
              <a:gd name="connsiteY3" fmla="*/ 6565037 h 6565037"/>
              <a:gd name="connsiteX4" fmla="*/ 393 w 5964709"/>
              <a:gd name="connsiteY4" fmla="*/ 4452151 h 6565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4709" h="6565037">
                <a:moveTo>
                  <a:pt x="393" y="4452151"/>
                </a:moveTo>
                <a:lnTo>
                  <a:pt x="3754910" y="0"/>
                </a:lnTo>
                <a:lnTo>
                  <a:pt x="5964709" y="4439"/>
                </a:lnTo>
                <a:lnTo>
                  <a:pt x="9271" y="6565037"/>
                </a:lnTo>
                <a:cubicBezTo>
                  <a:pt x="12230" y="5860742"/>
                  <a:pt x="-2566" y="5156446"/>
                  <a:pt x="393" y="445215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0" name="Bande diagonale 29">
            <a:extLst>
              <a:ext uri="{FF2B5EF4-FFF2-40B4-BE49-F238E27FC236}">
                <a16:creationId xmlns:a16="http://schemas.microsoft.com/office/drawing/2014/main" id="{BF279435-996F-4EB6-515F-F82823238118}"/>
              </a:ext>
            </a:extLst>
          </p:cNvPr>
          <p:cNvSpPr/>
          <p:nvPr/>
        </p:nvSpPr>
        <p:spPr>
          <a:xfrm>
            <a:off x="6091023" y="57704"/>
            <a:ext cx="5960414" cy="6565037"/>
          </a:xfrm>
          <a:custGeom>
            <a:avLst/>
            <a:gdLst>
              <a:gd name="connsiteX0" fmla="*/ 0 w 5955438"/>
              <a:gd name="connsiteY0" fmla="*/ 3280299 h 6560598"/>
              <a:gd name="connsiteX1" fmla="*/ 2977719 w 5955438"/>
              <a:gd name="connsiteY1" fmla="*/ 0 h 6560598"/>
              <a:gd name="connsiteX2" fmla="*/ 5955438 w 5955438"/>
              <a:gd name="connsiteY2" fmla="*/ 0 h 6560598"/>
              <a:gd name="connsiteX3" fmla="*/ 0 w 5955438"/>
              <a:gd name="connsiteY3" fmla="*/ 6560598 h 6560598"/>
              <a:gd name="connsiteX4" fmla="*/ 0 w 5955438"/>
              <a:gd name="connsiteY4" fmla="*/ 3280299 h 6560598"/>
              <a:gd name="connsiteX0" fmla="*/ 8878 w 5955438"/>
              <a:gd name="connsiteY0" fmla="*/ 4447712 h 6560598"/>
              <a:gd name="connsiteX1" fmla="*/ 2977719 w 5955438"/>
              <a:gd name="connsiteY1" fmla="*/ 0 h 6560598"/>
              <a:gd name="connsiteX2" fmla="*/ 5955438 w 5955438"/>
              <a:gd name="connsiteY2" fmla="*/ 0 h 6560598"/>
              <a:gd name="connsiteX3" fmla="*/ 0 w 5955438"/>
              <a:gd name="connsiteY3" fmla="*/ 6560598 h 6560598"/>
              <a:gd name="connsiteX4" fmla="*/ 8878 w 5955438"/>
              <a:gd name="connsiteY4" fmla="*/ 4447712 h 6560598"/>
              <a:gd name="connsiteX0" fmla="*/ 8878 w 5955438"/>
              <a:gd name="connsiteY0" fmla="*/ 4447712 h 6560598"/>
              <a:gd name="connsiteX1" fmla="*/ 4158450 w 5955438"/>
              <a:gd name="connsiteY1" fmla="*/ 0 h 6560598"/>
              <a:gd name="connsiteX2" fmla="*/ 5955438 w 5955438"/>
              <a:gd name="connsiteY2" fmla="*/ 0 h 6560598"/>
              <a:gd name="connsiteX3" fmla="*/ 0 w 5955438"/>
              <a:gd name="connsiteY3" fmla="*/ 6560598 h 6560598"/>
              <a:gd name="connsiteX4" fmla="*/ 8878 w 5955438"/>
              <a:gd name="connsiteY4" fmla="*/ 4447712 h 6560598"/>
              <a:gd name="connsiteX0" fmla="*/ 8878 w 5955438"/>
              <a:gd name="connsiteY0" fmla="*/ 4452151 h 6565037"/>
              <a:gd name="connsiteX1" fmla="*/ 3745639 w 5955438"/>
              <a:gd name="connsiteY1" fmla="*/ 0 h 6565037"/>
              <a:gd name="connsiteX2" fmla="*/ 5955438 w 5955438"/>
              <a:gd name="connsiteY2" fmla="*/ 4439 h 6565037"/>
              <a:gd name="connsiteX3" fmla="*/ 0 w 5955438"/>
              <a:gd name="connsiteY3" fmla="*/ 6565037 h 6565037"/>
              <a:gd name="connsiteX4" fmla="*/ 8878 w 5955438"/>
              <a:gd name="connsiteY4" fmla="*/ 4452151 h 6565037"/>
              <a:gd name="connsiteX0" fmla="*/ 537 w 5960414"/>
              <a:gd name="connsiteY0" fmla="*/ 4452151 h 6565037"/>
              <a:gd name="connsiteX1" fmla="*/ 3750615 w 5960414"/>
              <a:gd name="connsiteY1" fmla="*/ 0 h 6565037"/>
              <a:gd name="connsiteX2" fmla="*/ 5960414 w 5960414"/>
              <a:gd name="connsiteY2" fmla="*/ 4439 h 6565037"/>
              <a:gd name="connsiteX3" fmla="*/ 4976 w 5960414"/>
              <a:gd name="connsiteY3" fmla="*/ 6565037 h 6565037"/>
              <a:gd name="connsiteX4" fmla="*/ 537 w 5960414"/>
              <a:gd name="connsiteY4" fmla="*/ 4452151 h 6565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0414" h="6565037">
                <a:moveTo>
                  <a:pt x="537" y="4452151"/>
                </a:moveTo>
                <a:lnTo>
                  <a:pt x="3750615" y="0"/>
                </a:lnTo>
                <a:lnTo>
                  <a:pt x="5960414" y="4439"/>
                </a:lnTo>
                <a:lnTo>
                  <a:pt x="4976" y="6565037"/>
                </a:lnTo>
                <a:cubicBezTo>
                  <a:pt x="7935" y="5860742"/>
                  <a:pt x="-2422" y="5156446"/>
                  <a:pt x="537" y="445215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" name="Organigramme : Alternative 7">
            <a:extLst>
              <a:ext uri="{FF2B5EF4-FFF2-40B4-BE49-F238E27FC236}">
                <a16:creationId xmlns:a16="http://schemas.microsoft.com/office/drawing/2014/main" id="{7FD0AA04-94B6-6B61-CC42-CE57BE829733}"/>
              </a:ext>
            </a:extLst>
          </p:cNvPr>
          <p:cNvSpPr/>
          <p:nvPr/>
        </p:nvSpPr>
        <p:spPr>
          <a:xfrm>
            <a:off x="436485" y="183472"/>
            <a:ext cx="2062579" cy="60220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Analyse du besoin</a:t>
            </a:r>
          </a:p>
          <a:p>
            <a:pPr algn="ctr"/>
            <a:r>
              <a:rPr lang="fr-FR" dirty="0">
                <a:solidFill>
                  <a:schemeClr val="tx2"/>
                </a:solidFill>
              </a:rPr>
              <a:t>Etude de faisabilité</a:t>
            </a:r>
          </a:p>
        </p:txBody>
      </p:sp>
      <p:sp>
        <p:nvSpPr>
          <p:cNvPr id="12" name="Organigramme : Alternative 11">
            <a:extLst>
              <a:ext uri="{FF2B5EF4-FFF2-40B4-BE49-F238E27FC236}">
                <a16:creationId xmlns:a16="http://schemas.microsoft.com/office/drawing/2014/main" id="{DF7CDEF4-2E17-32BF-B64F-78E051E02250}"/>
              </a:ext>
            </a:extLst>
          </p:cNvPr>
          <p:cNvSpPr/>
          <p:nvPr/>
        </p:nvSpPr>
        <p:spPr>
          <a:xfrm>
            <a:off x="1467773" y="1501988"/>
            <a:ext cx="2062579" cy="60220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Spécifications fonctionnelles</a:t>
            </a:r>
          </a:p>
        </p:txBody>
      </p:sp>
      <p:sp>
        <p:nvSpPr>
          <p:cNvPr id="14" name="Organigramme : Alternative 13">
            <a:extLst>
              <a:ext uri="{FF2B5EF4-FFF2-40B4-BE49-F238E27FC236}">
                <a16:creationId xmlns:a16="http://schemas.microsoft.com/office/drawing/2014/main" id="{F502B3E5-A952-5F82-7D26-71875093F70D}"/>
              </a:ext>
            </a:extLst>
          </p:cNvPr>
          <p:cNvSpPr/>
          <p:nvPr/>
        </p:nvSpPr>
        <p:spPr>
          <a:xfrm>
            <a:off x="2499062" y="2842701"/>
            <a:ext cx="2062579" cy="60220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Conception architecturale</a:t>
            </a:r>
          </a:p>
        </p:txBody>
      </p:sp>
      <p:sp>
        <p:nvSpPr>
          <p:cNvPr id="19" name="Organigramme : Alternative 18">
            <a:extLst>
              <a:ext uri="{FF2B5EF4-FFF2-40B4-BE49-F238E27FC236}">
                <a16:creationId xmlns:a16="http://schemas.microsoft.com/office/drawing/2014/main" id="{654F09F4-25F8-CF54-3DE6-352CF5C35D56}"/>
              </a:ext>
            </a:extLst>
          </p:cNvPr>
          <p:cNvSpPr/>
          <p:nvPr/>
        </p:nvSpPr>
        <p:spPr>
          <a:xfrm>
            <a:off x="3530351" y="4187113"/>
            <a:ext cx="2062579" cy="60220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Conception détaillée</a:t>
            </a:r>
          </a:p>
        </p:txBody>
      </p:sp>
      <p:sp>
        <p:nvSpPr>
          <p:cNvPr id="20" name="Organigramme : Alternative 19">
            <a:extLst>
              <a:ext uri="{FF2B5EF4-FFF2-40B4-BE49-F238E27FC236}">
                <a16:creationId xmlns:a16="http://schemas.microsoft.com/office/drawing/2014/main" id="{7DC8AE85-FDA7-E470-E5D3-5052162CBB42}"/>
              </a:ext>
            </a:extLst>
          </p:cNvPr>
          <p:cNvSpPr/>
          <p:nvPr/>
        </p:nvSpPr>
        <p:spPr>
          <a:xfrm>
            <a:off x="5064710" y="5360445"/>
            <a:ext cx="2062579" cy="602202"/>
          </a:xfrm>
          <a:prstGeom prst="flowChartAlternateProcess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Réalisation</a:t>
            </a:r>
          </a:p>
        </p:txBody>
      </p:sp>
      <p:sp>
        <p:nvSpPr>
          <p:cNvPr id="21" name="Organigramme : Alternative 20">
            <a:extLst>
              <a:ext uri="{FF2B5EF4-FFF2-40B4-BE49-F238E27FC236}">
                <a16:creationId xmlns:a16="http://schemas.microsoft.com/office/drawing/2014/main" id="{D12F64B0-8D45-A800-95E4-86A15A73021D}"/>
              </a:ext>
            </a:extLst>
          </p:cNvPr>
          <p:cNvSpPr/>
          <p:nvPr/>
        </p:nvSpPr>
        <p:spPr>
          <a:xfrm>
            <a:off x="6599072" y="4187113"/>
            <a:ext cx="2062579" cy="602202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Tests unitaires</a:t>
            </a:r>
          </a:p>
        </p:txBody>
      </p:sp>
      <p:sp>
        <p:nvSpPr>
          <p:cNvPr id="22" name="Organigramme : Alternative 21">
            <a:extLst>
              <a:ext uri="{FF2B5EF4-FFF2-40B4-BE49-F238E27FC236}">
                <a16:creationId xmlns:a16="http://schemas.microsoft.com/office/drawing/2014/main" id="{D59F73BC-9C2A-EBA2-5341-D845C7C9D5B1}"/>
              </a:ext>
            </a:extLst>
          </p:cNvPr>
          <p:cNvSpPr/>
          <p:nvPr/>
        </p:nvSpPr>
        <p:spPr>
          <a:xfrm>
            <a:off x="7630361" y="2826798"/>
            <a:ext cx="2062579" cy="602202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Tests d’intégration</a:t>
            </a:r>
          </a:p>
        </p:txBody>
      </p:sp>
      <p:sp>
        <p:nvSpPr>
          <p:cNvPr id="23" name="Organigramme : Alternative 22">
            <a:extLst>
              <a:ext uri="{FF2B5EF4-FFF2-40B4-BE49-F238E27FC236}">
                <a16:creationId xmlns:a16="http://schemas.microsoft.com/office/drawing/2014/main" id="{EC9DF9BD-9D01-6B9C-3337-6872CAE080AA}"/>
              </a:ext>
            </a:extLst>
          </p:cNvPr>
          <p:cNvSpPr/>
          <p:nvPr/>
        </p:nvSpPr>
        <p:spPr>
          <a:xfrm>
            <a:off x="8661650" y="1501988"/>
            <a:ext cx="2062579" cy="602202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Tests de validation</a:t>
            </a:r>
          </a:p>
        </p:txBody>
      </p:sp>
      <p:sp>
        <p:nvSpPr>
          <p:cNvPr id="24" name="Organigramme : Alternative 23">
            <a:extLst>
              <a:ext uri="{FF2B5EF4-FFF2-40B4-BE49-F238E27FC236}">
                <a16:creationId xmlns:a16="http://schemas.microsoft.com/office/drawing/2014/main" id="{9C2A2D98-139A-5CDC-F4CE-7D0537D84E7D}"/>
              </a:ext>
            </a:extLst>
          </p:cNvPr>
          <p:cNvSpPr/>
          <p:nvPr/>
        </p:nvSpPr>
        <p:spPr>
          <a:xfrm>
            <a:off x="9692936" y="183472"/>
            <a:ext cx="2062579" cy="602202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Tests d’acceptation</a:t>
            </a:r>
          </a:p>
        </p:txBody>
      </p:sp>
      <p:sp>
        <p:nvSpPr>
          <p:cNvPr id="33" name="Flèche : double flèche horizontale 32">
            <a:extLst>
              <a:ext uri="{FF2B5EF4-FFF2-40B4-BE49-F238E27FC236}">
                <a16:creationId xmlns:a16="http://schemas.microsoft.com/office/drawing/2014/main" id="{662B1BAA-0864-95A8-55C9-5AC95F684D31}"/>
              </a:ext>
            </a:extLst>
          </p:cNvPr>
          <p:cNvSpPr/>
          <p:nvPr/>
        </p:nvSpPr>
        <p:spPr>
          <a:xfrm>
            <a:off x="3595199" y="1671779"/>
            <a:ext cx="5002824" cy="216000"/>
          </a:xfrm>
          <a:prstGeom prst="left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Flèche : double flèche horizontale 33">
            <a:extLst>
              <a:ext uri="{FF2B5EF4-FFF2-40B4-BE49-F238E27FC236}">
                <a16:creationId xmlns:a16="http://schemas.microsoft.com/office/drawing/2014/main" id="{F06128F1-ABBD-C937-47F1-CAADBF381F43}"/>
              </a:ext>
            </a:extLst>
          </p:cNvPr>
          <p:cNvSpPr/>
          <p:nvPr/>
        </p:nvSpPr>
        <p:spPr>
          <a:xfrm>
            <a:off x="4640053" y="3001301"/>
            <a:ext cx="2910406" cy="216000"/>
          </a:xfrm>
          <a:prstGeom prst="left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Flèche : double flèche horizontale 34">
            <a:extLst>
              <a:ext uri="{FF2B5EF4-FFF2-40B4-BE49-F238E27FC236}">
                <a16:creationId xmlns:a16="http://schemas.microsoft.com/office/drawing/2014/main" id="{A339248A-B03C-6DBE-0307-9E840409311A}"/>
              </a:ext>
            </a:extLst>
          </p:cNvPr>
          <p:cNvSpPr/>
          <p:nvPr/>
        </p:nvSpPr>
        <p:spPr>
          <a:xfrm>
            <a:off x="2558323" y="349706"/>
            <a:ext cx="7069510" cy="216000"/>
          </a:xfrm>
          <a:prstGeom prst="left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Flèche : double flèche horizontale 35">
            <a:extLst>
              <a:ext uri="{FF2B5EF4-FFF2-40B4-BE49-F238E27FC236}">
                <a16:creationId xmlns:a16="http://schemas.microsoft.com/office/drawing/2014/main" id="{E5EF47B1-ADE7-88C8-9751-785018493456}"/>
              </a:ext>
            </a:extLst>
          </p:cNvPr>
          <p:cNvSpPr/>
          <p:nvPr/>
        </p:nvSpPr>
        <p:spPr>
          <a:xfrm>
            <a:off x="5716748" y="4394720"/>
            <a:ext cx="738335" cy="216000"/>
          </a:xfrm>
          <a:prstGeom prst="left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Flèche : droite 36">
            <a:extLst>
              <a:ext uri="{FF2B5EF4-FFF2-40B4-BE49-F238E27FC236}">
                <a16:creationId xmlns:a16="http://schemas.microsoft.com/office/drawing/2014/main" id="{258E6113-7984-9148-BF1D-F1ABBB1890BC}"/>
              </a:ext>
            </a:extLst>
          </p:cNvPr>
          <p:cNvSpPr/>
          <p:nvPr/>
        </p:nvSpPr>
        <p:spPr>
          <a:xfrm rot="2927108">
            <a:off x="-867813" y="3011265"/>
            <a:ext cx="5809264" cy="51934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Définition du projet</a:t>
            </a:r>
          </a:p>
        </p:txBody>
      </p:sp>
      <p:sp>
        <p:nvSpPr>
          <p:cNvPr id="38" name="Flèche : droite 37">
            <a:extLst>
              <a:ext uri="{FF2B5EF4-FFF2-40B4-BE49-F238E27FC236}">
                <a16:creationId xmlns:a16="http://schemas.microsoft.com/office/drawing/2014/main" id="{8AD7B81F-3010-C9CA-4A78-BEE4572D1E07}"/>
              </a:ext>
            </a:extLst>
          </p:cNvPr>
          <p:cNvSpPr/>
          <p:nvPr/>
        </p:nvSpPr>
        <p:spPr>
          <a:xfrm rot="18636831">
            <a:off x="7277622" y="3004239"/>
            <a:ext cx="5809264" cy="51934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Test et intégration du projet</a:t>
            </a:r>
          </a:p>
        </p:txBody>
      </p:sp>
      <p:sp>
        <p:nvSpPr>
          <p:cNvPr id="39" name="Flèche : droite 38">
            <a:extLst>
              <a:ext uri="{FF2B5EF4-FFF2-40B4-BE49-F238E27FC236}">
                <a16:creationId xmlns:a16="http://schemas.microsoft.com/office/drawing/2014/main" id="{D5C6BED8-B04A-7AC2-7A89-5FF5403DDC2B}"/>
              </a:ext>
            </a:extLst>
          </p:cNvPr>
          <p:cNvSpPr/>
          <p:nvPr/>
        </p:nvSpPr>
        <p:spPr>
          <a:xfrm>
            <a:off x="79899" y="6414117"/>
            <a:ext cx="11971538" cy="312878"/>
          </a:xfrm>
          <a:prstGeom prst="rightArrow">
            <a:avLst>
              <a:gd name="adj1" fmla="val 21626"/>
              <a:gd name="adj2" fmla="val 831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382A2F1E-E6FA-9781-F3C1-099F06CE0FD5}"/>
              </a:ext>
            </a:extLst>
          </p:cNvPr>
          <p:cNvSpPr txBox="1"/>
          <p:nvPr/>
        </p:nvSpPr>
        <p:spPr>
          <a:xfrm>
            <a:off x="47599" y="6174591"/>
            <a:ext cx="111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Temps </a:t>
            </a:r>
          </a:p>
        </p:txBody>
      </p:sp>
      <p:sp>
        <p:nvSpPr>
          <p:cNvPr id="41" name="Organigramme : Alternative 40">
            <a:extLst>
              <a:ext uri="{FF2B5EF4-FFF2-40B4-BE49-F238E27FC236}">
                <a16:creationId xmlns:a16="http://schemas.microsoft.com/office/drawing/2014/main" id="{5C690EF0-1624-253E-7111-56925E02A5E6}"/>
              </a:ext>
            </a:extLst>
          </p:cNvPr>
          <p:cNvSpPr/>
          <p:nvPr/>
        </p:nvSpPr>
        <p:spPr>
          <a:xfrm>
            <a:off x="4155966" y="63274"/>
            <a:ext cx="3939772" cy="200541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Les besoins du client sont analysés afin de définir les usages du produit final.</a:t>
            </a:r>
          </a:p>
          <a:p>
            <a:r>
              <a:rPr lang="fr-F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 veut le client ?</a:t>
            </a:r>
          </a:p>
        </p:txBody>
      </p:sp>
      <p:sp>
        <p:nvSpPr>
          <p:cNvPr id="2" name="Organigramme : Alternative 1">
            <a:extLst>
              <a:ext uri="{FF2B5EF4-FFF2-40B4-BE49-F238E27FC236}">
                <a16:creationId xmlns:a16="http://schemas.microsoft.com/office/drawing/2014/main" id="{7E2E34D5-0FCA-CF26-5F34-16DBD01FE21E}"/>
              </a:ext>
            </a:extLst>
          </p:cNvPr>
          <p:cNvSpPr/>
          <p:nvPr/>
        </p:nvSpPr>
        <p:spPr>
          <a:xfrm>
            <a:off x="4145974" y="61067"/>
            <a:ext cx="3939772" cy="200541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Cette étape correspond à la rédaction du cahier des charges des spécifications fonctionnelles du produit final.</a:t>
            </a:r>
          </a:p>
          <a:p>
            <a:r>
              <a:rPr lang="fr-F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 doit faire le produit ?</a:t>
            </a:r>
          </a:p>
        </p:txBody>
      </p:sp>
      <p:sp>
        <p:nvSpPr>
          <p:cNvPr id="3" name="Organigramme : Alternative 2">
            <a:extLst>
              <a:ext uri="{FF2B5EF4-FFF2-40B4-BE49-F238E27FC236}">
                <a16:creationId xmlns:a16="http://schemas.microsoft.com/office/drawing/2014/main" id="{389C3CF0-1F2B-50BD-68B7-C2C0E745BAAE}"/>
              </a:ext>
            </a:extLst>
          </p:cNvPr>
          <p:cNvSpPr/>
          <p:nvPr/>
        </p:nvSpPr>
        <p:spPr>
          <a:xfrm>
            <a:off x="4150486" y="63274"/>
            <a:ext cx="3939772" cy="200541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Elle est la traduction technique des spécifications fonctionnelles : elle décrit l’ensemble des briques de l’applications et leurs interfaces.</a:t>
            </a:r>
          </a:p>
          <a:p>
            <a:r>
              <a:rPr lang="fr-F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Comment doit-il être fait ?</a:t>
            </a:r>
          </a:p>
        </p:txBody>
      </p:sp>
      <p:sp>
        <p:nvSpPr>
          <p:cNvPr id="4" name="Organigramme : Alternative 3">
            <a:extLst>
              <a:ext uri="{FF2B5EF4-FFF2-40B4-BE49-F238E27FC236}">
                <a16:creationId xmlns:a16="http://schemas.microsoft.com/office/drawing/2014/main" id="{DEBE18E4-97B6-EFE9-6B05-8EDD5103EA2E}"/>
              </a:ext>
            </a:extLst>
          </p:cNvPr>
          <p:cNvSpPr/>
          <p:nvPr/>
        </p:nvSpPr>
        <p:spPr>
          <a:xfrm>
            <a:off x="4161446" y="68844"/>
            <a:ext cx="3939772" cy="200541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Elle peut être un début de code ou une documentation qui définit cheque brique fonctionnelle.</a:t>
            </a:r>
          </a:p>
        </p:txBody>
      </p:sp>
      <p:sp>
        <p:nvSpPr>
          <p:cNvPr id="5" name="Organigramme : Alternative 4">
            <a:extLst>
              <a:ext uri="{FF2B5EF4-FFF2-40B4-BE49-F238E27FC236}">
                <a16:creationId xmlns:a16="http://schemas.microsoft.com/office/drawing/2014/main" id="{E4673728-E56D-F934-888C-258105D530E2}"/>
              </a:ext>
            </a:extLst>
          </p:cNvPr>
          <p:cNvSpPr/>
          <p:nvPr/>
        </p:nvSpPr>
        <p:spPr>
          <a:xfrm>
            <a:off x="4176918" y="53426"/>
            <a:ext cx="3939772" cy="200541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Les briques sont réalisées puis assemblées afin de créer le produit final.</a:t>
            </a:r>
            <a:endParaRPr lang="fr-FR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Organigramme : Alternative 5">
            <a:extLst>
              <a:ext uri="{FF2B5EF4-FFF2-40B4-BE49-F238E27FC236}">
                <a16:creationId xmlns:a16="http://schemas.microsoft.com/office/drawing/2014/main" id="{9C6DB943-E31B-EAF8-E941-437486BFEAB9}"/>
              </a:ext>
            </a:extLst>
          </p:cNvPr>
          <p:cNvSpPr/>
          <p:nvPr/>
        </p:nvSpPr>
        <p:spPr>
          <a:xfrm>
            <a:off x="4159781" y="34101"/>
            <a:ext cx="3939772" cy="200541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Les tests unitaires permettent de vérifier que chaque brique respecte le cahier des charges.</a:t>
            </a:r>
          </a:p>
        </p:txBody>
      </p:sp>
      <p:sp>
        <p:nvSpPr>
          <p:cNvPr id="7" name="Organigramme : Alternative 6">
            <a:extLst>
              <a:ext uri="{FF2B5EF4-FFF2-40B4-BE49-F238E27FC236}">
                <a16:creationId xmlns:a16="http://schemas.microsoft.com/office/drawing/2014/main" id="{BA12149E-6102-4D5F-619A-CC211915E031}"/>
              </a:ext>
            </a:extLst>
          </p:cNvPr>
          <p:cNvSpPr/>
          <p:nvPr/>
        </p:nvSpPr>
        <p:spPr>
          <a:xfrm>
            <a:off x="4162900" y="61066"/>
            <a:ext cx="3939772" cy="200541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Ces tests sont réalisés sur l’ensemble du produit final et assurent le respect du cahier des charges techniques.</a:t>
            </a:r>
          </a:p>
        </p:txBody>
      </p:sp>
      <p:sp>
        <p:nvSpPr>
          <p:cNvPr id="9" name="Organigramme : Alternative 8">
            <a:extLst>
              <a:ext uri="{FF2B5EF4-FFF2-40B4-BE49-F238E27FC236}">
                <a16:creationId xmlns:a16="http://schemas.microsoft.com/office/drawing/2014/main" id="{6BD57D4F-FC50-E09A-2A4F-2D107AB83E0D}"/>
              </a:ext>
            </a:extLst>
          </p:cNvPr>
          <p:cNvSpPr/>
          <p:nvPr/>
        </p:nvSpPr>
        <p:spPr>
          <a:xfrm>
            <a:off x="4152903" y="45648"/>
            <a:ext cx="3939772" cy="200541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Les tests de validation peuvent être faits par l’ensemble des futurs utilisateurs. Ils doivent vérifier la partie fonctionnelle de l’application.</a:t>
            </a:r>
            <a:endParaRPr lang="fr-FR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Organigramme : Alternative 9">
            <a:extLst>
              <a:ext uri="{FF2B5EF4-FFF2-40B4-BE49-F238E27FC236}">
                <a16:creationId xmlns:a16="http://schemas.microsoft.com/office/drawing/2014/main" id="{CDFF5AB8-6E0D-C88C-7290-AA3D9DD84B91}"/>
              </a:ext>
            </a:extLst>
          </p:cNvPr>
          <p:cNvSpPr/>
          <p:nvPr/>
        </p:nvSpPr>
        <p:spPr>
          <a:xfrm>
            <a:off x="4159055" y="30229"/>
            <a:ext cx="3939772" cy="200541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Cette étape correspond à la dernière étape avant la mise en production. Le client vérifie que le produit répond aux besoins exprimées lors de l’analyse du besoin.</a:t>
            </a:r>
          </a:p>
        </p:txBody>
      </p:sp>
      <p:sp>
        <p:nvSpPr>
          <p:cNvPr id="11" name="Accolade ouvrante 10">
            <a:extLst>
              <a:ext uri="{FF2B5EF4-FFF2-40B4-BE49-F238E27FC236}">
                <a16:creationId xmlns:a16="http://schemas.microsoft.com/office/drawing/2014/main" id="{0A6F6586-9BD8-A8BD-FB6B-C227F7AC345A}"/>
              </a:ext>
            </a:extLst>
          </p:cNvPr>
          <p:cNvSpPr/>
          <p:nvPr/>
        </p:nvSpPr>
        <p:spPr>
          <a:xfrm>
            <a:off x="240056" y="109432"/>
            <a:ext cx="424270" cy="1669496"/>
          </a:xfrm>
          <a:prstGeom prst="leftBrace">
            <a:avLst/>
          </a:prstGeom>
          <a:ln w="444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ccolade ouvrante 12">
            <a:extLst>
              <a:ext uri="{FF2B5EF4-FFF2-40B4-BE49-F238E27FC236}">
                <a16:creationId xmlns:a16="http://schemas.microsoft.com/office/drawing/2014/main" id="{9F902F4E-A7CE-5B01-E0F3-663F9CCEC2AC}"/>
              </a:ext>
            </a:extLst>
          </p:cNvPr>
          <p:cNvSpPr/>
          <p:nvPr/>
        </p:nvSpPr>
        <p:spPr>
          <a:xfrm>
            <a:off x="258781" y="1852967"/>
            <a:ext cx="405545" cy="4242805"/>
          </a:xfrm>
          <a:prstGeom prst="leftBrace">
            <a:avLst/>
          </a:prstGeom>
          <a:ln w="444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07C1D3E-D339-E394-C6D7-883AD1AD727E}"/>
              </a:ext>
            </a:extLst>
          </p:cNvPr>
          <p:cNvSpPr txBox="1"/>
          <p:nvPr/>
        </p:nvSpPr>
        <p:spPr>
          <a:xfrm rot="16200000">
            <a:off x="-347936" y="3605830"/>
            <a:ext cx="992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MOE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68ACF51-19EB-47D3-7739-9B482D701F6F}"/>
              </a:ext>
            </a:extLst>
          </p:cNvPr>
          <p:cNvSpPr txBox="1"/>
          <p:nvPr/>
        </p:nvSpPr>
        <p:spPr>
          <a:xfrm rot="16200000">
            <a:off x="-362634" y="572997"/>
            <a:ext cx="992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MOA</a:t>
            </a:r>
          </a:p>
        </p:txBody>
      </p:sp>
    </p:spTree>
    <p:extLst>
      <p:ext uri="{BB962C8B-B14F-4D97-AF65-F5344CB8AC3E}">
        <p14:creationId xmlns:p14="http://schemas.microsoft.com/office/powerpoint/2010/main" val="17227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0" grpId="0" animBg="1"/>
      <p:bldP spid="8" grpId="0" animBg="1"/>
      <p:bldP spid="12" grpId="0" animBg="1"/>
      <p:bldP spid="14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1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80293B-A6B8-2F40-214C-FA92DE276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Synthèses des étapes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F589DF06-73B8-BA18-CF80-1A086B93A3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8037033"/>
              </p:ext>
            </p:extLst>
          </p:nvPr>
        </p:nvGraphicFramePr>
        <p:xfrm>
          <a:off x="1277241" y="2437016"/>
          <a:ext cx="9629774" cy="402336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4814887">
                  <a:extLst>
                    <a:ext uri="{9D8B030D-6E8A-4147-A177-3AD203B41FA5}">
                      <a16:colId xmlns:a16="http://schemas.microsoft.com/office/drawing/2014/main" val="3403070273"/>
                    </a:ext>
                  </a:extLst>
                </a:gridCol>
                <a:gridCol w="4814887">
                  <a:extLst>
                    <a:ext uri="{9D8B030D-6E8A-4147-A177-3AD203B41FA5}">
                      <a16:colId xmlns:a16="http://schemas.microsoft.com/office/drawing/2014/main" val="177223546"/>
                    </a:ext>
                  </a:extLst>
                </a:gridCol>
              </a:tblGrid>
              <a:tr h="688347">
                <a:tc>
                  <a:txBody>
                    <a:bodyPr/>
                    <a:lstStyle/>
                    <a:p>
                      <a:r>
                        <a:rPr lang="fr-FR" b="1" dirty="0"/>
                        <a:t>Expressions des besoins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C00000"/>
                          </a:solidFill>
                        </a:rPr>
                        <a:t>Que veut le client ?</a:t>
                      </a:r>
                    </a:p>
                    <a:p>
                      <a:r>
                        <a:rPr lang="fr-FR" dirty="0"/>
                        <a:t>Bénéfices attendus, périmètres, utilisateurs, contraintes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878857"/>
                  </a:ext>
                </a:extLst>
              </a:tr>
              <a:tr h="688347">
                <a:tc>
                  <a:txBody>
                    <a:bodyPr/>
                    <a:lstStyle/>
                    <a:p>
                      <a:r>
                        <a:rPr lang="fr-FR" b="1" dirty="0"/>
                        <a:t>Spécifications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C00000"/>
                          </a:solidFill>
                        </a:rPr>
                        <a:t>Que doit faire le système ?</a:t>
                      </a:r>
                    </a:p>
                    <a:p>
                      <a:r>
                        <a:rPr lang="fr-FR" dirty="0"/>
                        <a:t>Rédaction du cahier des charges</a:t>
                      </a:r>
                    </a:p>
                    <a:p>
                      <a:r>
                        <a:rPr lang="fr-FR" dirty="0"/>
                        <a:t>Spécifications fonctionnelles détaillées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004143"/>
                  </a:ext>
                </a:extLst>
              </a:tr>
              <a:tr h="894851">
                <a:tc>
                  <a:txBody>
                    <a:bodyPr/>
                    <a:lstStyle/>
                    <a:p>
                      <a:r>
                        <a:rPr lang="fr-FR" b="1" dirty="0"/>
                        <a:t>Conception architecturale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C00000"/>
                          </a:solidFill>
                        </a:rPr>
                        <a:t>Comment doit être fait le système ?</a:t>
                      </a:r>
                    </a:p>
                    <a:p>
                      <a:r>
                        <a:rPr lang="fr-FR" dirty="0"/>
                        <a:t>Traduction technique des spécifications</a:t>
                      </a:r>
                    </a:p>
                    <a:p>
                      <a:r>
                        <a:rPr lang="fr-FR" dirty="0"/>
                        <a:t>L’architecture, les différentes briques et leurs interfaces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629216"/>
                  </a:ext>
                </a:extLst>
              </a:tr>
              <a:tr h="275339">
                <a:tc>
                  <a:txBody>
                    <a:bodyPr/>
                    <a:lstStyle/>
                    <a:p>
                      <a:r>
                        <a:rPr lang="fr-FR" b="1" dirty="0"/>
                        <a:t>Conception détaillé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Description de chaque brique à réaliser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152607"/>
                  </a:ext>
                </a:extLst>
              </a:tr>
              <a:tr h="481843">
                <a:tc>
                  <a:txBody>
                    <a:bodyPr/>
                    <a:lstStyle/>
                    <a:p>
                      <a:r>
                        <a:rPr lang="fr-FR" b="1" dirty="0"/>
                        <a:t>Réalisation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Implémentation </a:t>
                      </a:r>
                    </a:p>
                    <a:p>
                      <a:r>
                        <a:rPr lang="fr-FR" dirty="0"/>
                        <a:t>Codages des composants avec des langages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875612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06C53FA6-F08F-D951-7235-D169C8C57AD6}"/>
              </a:ext>
            </a:extLst>
          </p:cNvPr>
          <p:cNvSpPr txBox="1"/>
          <p:nvPr/>
        </p:nvSpPr>
        <p:spPr>
          <a:xfrm>
            <a:off x="1277241" y="1948070"/>
            <a:ext cx="962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étapes suivantes doivent être réalisées </a:t>
            </a:r>
            <a:r>
              <a:rPr lang="fr-FR" dirty="0">
                <a:solidFill>
                  <a:srgbClr val="C00000"/>
                </a:solidFill>
              </a:rPr>
              <a:t>successivement</a:t>
            </a:r>
            <a:r>
              <a:rPr lang="fr-FR" dirty="0"/>
              <a:t> en s’échangeant des </a:t>
            </a:r>
            <a:r>
              <a:rPr lang="fr-FR" dirty="0">
                <a:solidFill>
                  <a:srgbClr val="C00000"/>
                </a:solidFill>
              </a:rPr>
              <a:t>documents écrits</a:t>
            </a:r>
            <a:r>
              <a:rPr lang="fr-FR" dirty="0"/>
              <a:t>.</a:t>
            </a:r>
            <a:endParaRPr lang="fr-F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30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FA9898-727E-01DC-BC8E-10F371FCA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 des tests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3323EFC4-1B49-96A8-0F7D-F30B3BECAA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327988"/>
              </p:ext>
            </p:extLst>
          </p:nvPr>
        </p:nvGraphicFramePr>
        <p:xfrm>
          <a:off x="1279018" y="2667828"/>
          <a:ext cx="9629774" cy="283464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4814887">
                  <a:extLst>
                    <a:ext uri="{9D8B030D-6E8A-4147-A177-3AD203B41FA5}">
                      <a16:colId xmlns:a16="http://schemas.microsoft.com/office/drawing/2014/main" val="3912161880"/>
                    </a:ext>
                  </a:extLst>
                </a:gridCol>
                <a:gridCol w="4814887">
                  <a:extLst>
                    <a:ext uri="{9D8B030D-6E8A-4147-A177-3AD203B41FA5}">
                      <a16:colId xmlns:a16="http://schemas.microsoft.com/office/drawing/2014/main" val="1906308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Tests unitaires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Vérifier que chaque composant fonctionne conformément à la conception détaillée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095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Tests d’intégration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Vérifier que les composants fonctionnent ensemble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280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Tests de validation</a:t>
                      </a:r>
                    </a:p>
                    <a:p>
                      <a:r>
                        <a:rPr lang="fr-FR" dirty="0"/>
                        <a:t>Tests système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Vérifier que le système fonctionne conformément aux spécifications fonctionnelles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779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Recette</a:t>
                      </a:r>
                    </a:p>
                    <a:p>
                      <a:r>
                        <a:rPr lang="fr-FR" dirty="0"/>
                        <a:t>Tests d’acceptation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Dernière étape avant la mise en production</a:t>
                      </a:r>
                    </a:p>
                    <a:p>
                      <a:r>
                        <a:rPr lang="fr-FR" dirty="0"/>
                        <a:t>Le client valide que le système réponds aux besoins exprimés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307924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2135A1D4-C29C-ACDC-01BF-1B5599248EFE}"/>
              </a:ext>
            </a:extLst>
          </p:cNvPr>
          <p:cNvSpPr txBox="1"/>
          <p:nvPr/>
        </p:nvSpPr>
        <p:spPr>
          <a:xfrm>
            <a:off x="1279018" y="1967948"/>
            <a:ext cx="9629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 chaque étape correspond une </a:t>
            </a:r>
            <a:r>
              <a:rPr lang="fr-FR" dirty="0">
                <a:solidFill>
                  <a:srgbClr val="FF0000"/>
                </a:solidFill>
              </a:rPr>
              <a:t>étape de tests</a:t>
            </a:r>
            <a:r>
              <a:rPr lang="fr-FR" dirty="0"/>
              <a:t>.</a:t>
            </a:r>
          </a:p>
          <a:p>
            <a:r>
              <a:rPr lang="fr-FR" dirty="0"/>
              <a:t>Les</a:t>
            </a:r>
            <a:r>
              <a:rPr lang="fr-FR" dirty="0">
                <a:solidFill>
                  <a:srgbClr val="FF0000"/>
                </a:solidFill>
              </a:rPr>
              <a:t> tests sont préparés</a:t>
            </a:r>
            <a:r>
              <a:rPr lang="fr-FR" dirty="0"/>
              <a:t> à</a:t>
            </a:r>
            <a:r>
              <a:rPr lang="fr-FR" dirty="0">
                <a:solidFill>
                  <a:srgbClr val="FF0000"/>
                </a:solidFill>
              </a:rPr>
              <a:t> chaque étape de réalisation</a:t>
            </a:r>
            <a:r>
              <a:rPr lang="fr-FR" dirty="0"/>
              <a:t>.</a:t>
            </a:r>
          </a:p>
        </p:txBody>
      </p:sp>
      <p:pic>
        <p:nvPicPr>
          <p:cNvPr id="9" name="Graphique 8" descr="Lumières allumées contour">
            <a:extLst>
              <a:ext uri="{FF2B5EF4-FFF2-40B4-BE49-F238E27FC236}">
                <a16:creationId xmlns:a16="http://schemas.microsoft.com/office/drawing/2014/main" id="{49C75CF2-1F53-81F3-B16A-DDC55D7BB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9018" y="5685182"/>
            <a:ext cx="914400" cy="9144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B91ACDD-29B8-C44E-951A-D5F53C6C2265}"/>
              </a:ext>
            </a:extLst>
          </p:cNvPr>
          <p:cNvSpPr txBox="1"/>
          <p:nvPr/>
        </p:nvSpPr>
        <p:spPr>
          <a:xfrm>
            <a:off x="2445026" y="5556017"/>
            <a:ext cx="84637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Vérification</a:t>
            </a:r>
            <a:r>
              <a:rPr lang="fr-FR" dirty="0"/>
              <a:t> vs </a:t>
            </a:r>
            <a:r>
              <a:rPr lang="fr-FR" dirty="0">
                <a:solidFill>
                  <a:srgbClr val="FF0000"/>
                </a:solidFill>
              </a:rPr>
              <a:t>validation</a:t>
            </a:r>
          </a:p>
          <a:p>
            <a:r>
              <a:rPr lang="fr-FR" dirty="0">
                <a:solidFill>
                  <a:srgbClr val="FF0000"/>
                </a:solidFill>
              </a:rPr>
              <a:t>Vérifier</a:t>
            </a:r>
            <a:r>
              <a:rPr lang="fr-FR" dirty="0"/>
              <a:t> : montrer qu’un produit est conforme à ses spécifications</a:t>
            </a:r>
          </a:p>
          <a:p>
            <a:r>
              <a:rPr lang="fr-FR" dirty="0">
                <a:solidFill>
                  <a:srgbClr val="FF0000"/>
                </a:solidFill>
              </a:rPr>
              <a:t>Valider</a:t>
            </a:r>
            <a:r>
              <a:rPr lang="fr-FR" dirty="0"/>
              <a:t> : montrer qu’un produit satisfait les besoins du client</a:t>
            </a:r>
          </a:p>
        </p:txBody>
      </p:sp>
    </p:spTree>
    <p:extLst>
      <p:ext uri="{BB962C8B-B14F-4D97-AF65-F5344CB8AC3E}">
        <p14:creationId xmlns:p14="http://schemas.microsoft.com/office/powerpoint/2010/main" val="402999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01A103-F27E-1ABC-5C06-9EDDA059D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Avantages et inconvénients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C35304-460A-8B65-181B-0732A330C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Avantages :</a:t>
            </a:r>
          </a:p>
          <a:p>
            <a:pPr lvl="1"/>
            <a:r>
              <a:rPr lang="fr-FR" dirty="0"/>
              <a:t>Traite d’un bloc </a:t>
            </a:r>
            <a:r>
              <a:rPr lang="fr-FR" dirty="0">
                <a:solidFill>
                  <a:srgbClr val="FF0000"/>
                </a:solidFill>
              </a:rPr>
              <a:t>l’ensemble du périmètre </a:t>
            </a:r>
            <a:r>
              <a:rPr lang="fr-FR" dirty="0"/>
              <a:t>du projet (dimension système)</a:t>
            </a:r>
          </a:p>
          <a:p>
            <a:pPr lvl="1"/>
            <a:r>
              <a:rPr lang="fr-FR" dirty="0"/>
              <a:t>Des </a:t>
            </a:r>
            <a:r>
              <a:rPr lang="fr-FR" dirty="0">
                <a:solidFill>
                  <a:srgbClr val="FF0000"/>
                </a:solidFill>
              </a:rPr>
              <a:t>étapes bien jalonnées</a:t>
            </a:r>
          </a:p>
          <a:p>
            <a:pPr lvl="1"/>
            <a:r>
              <a:rPr lang="fr-FR" dirty="0"/>
              <a:t>Des gains d’échelles</a:t>
            </a:r>
          </a:p>
          <a:p>
            <a:r>
              <a:rPr lang="fr-FR" dirty="0"/>
              <a:t>Inconvénients : </a:t>
            </a:r>
          </a:p>
          <a:p>
            <a:pPr lvl="1"/>
            <a:r>
              <a:rPr lang="fr-FR" dirty="0"/>
              <a:t>La conception peut être longue</a:t>
            </a:r>
          </a:p>
          <a:p>
            <a:pPr lvl="1"/>
            <a:r>
              <a:rPr lang="fr-FR" dirty="0"/>
              <a:t>Les utilisateurs interviennent :</a:t>
            </a:r>
          </a:p>
          <a:p>
            <a:pPr lvl="2"/>
            <a:r>
              <a:rPr lang="fr-FR" dirty="0"/>
              <a:t>Au début du processus pour définir les besoins</a:t>
            </a:r>
          </a:p>
          <a:p>
            <a:pPr lvl="2"/>
            <a:r>
              <a:rPr lang="fr-FR" dirty="0"/>
              <a:t>A la fin pour valider le système / les besoins exprimés</a:t>
            </a:r>
          </a:p>
          <a:p>
            <a:pPr lvl="1"/>
            <a:r>
              <a:rPr lang="fr-FR" dirty="0"/>
              <a:t>Les livrables ne correspondent pas nécessairement aux besoins réels du client</a:t>
            </a:r>
          </a:p>
          <a:p>
            <a:pPr marL="457200" lvl="1" indent="0">
              <a:buNone/>
            </a:pPr>
            <a:r>
              <a:rPr lang="fr-FR" dirty="0"/>
              <a:t>=&gt; </a:t>
            </a:r>
            <a:r>
              <a:rPr lang="fr-FR" dirty="0">
                <a:solidFill>
                  <a:srgbClr val="FF0000"/>
                </a:solidFill>
              </a:rPr>
              <a:t>Effet tunnel</a:t>
            </a:r>
          </a:p>
        </p:txBody>
      </p:sp>
    </p:spTree>
    <p:extLst>
      <p:ext uri="{BB962C8B-B14F-4D97-AF65-F5344CB8AC3E}">
        <p14:creationId xmlns:p14="http://schemas.microsoft.com/office/powerpoint/2010/main" val="2161751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2B7ECE-E78A-E78E-1691-749C6E0F0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Constats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FB7E5E-F1F0-5DE3-1D1E-E20A9F96B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problèmes avec </a:t>
            </a:r>
            <a:r>
              <a:rPr lang="fr-FR" dirty="0">
                <a:solidFill>
                  <a:srgbClr val="FF0000"/>
                </a:solidFill>
              </a:rPr>
              <a:t>l’expression des besoins</a:t>
            </a:r>
            <a:r>
              <a:rPr lang="fr-FR" dirty="0"/>
              <a:t> :</a:t>
            </a:r>
          </a:p>
          <a:p>
            <a:pPr lvl="1"/>
            <a:r>
              <a:rPr lang="fr-FR" dirty="0"/>
              <a:t>Les meilleurs idées ne viennent pas forcément aux début</a:t>
            </a:r>
          </a:p>
          <a:p>
            <a:pPr lvl="1"/>
            <a:r>
              <a:rPr lang="fr-FR" dirty="0"/>
              <a:t>Quelque soit le temps accordé à la conception, les besoins/priorités changeront en cours de projet</a:t>
            </a:r>
          </a:p>
          <a:p>
            <a:pPr lvl="1"/>
            <a:r>
              <a:rPr lang="fr-FR" dirty="0"/>
              <a:t>Des fonctionnalités développées peu ou pas utilisées</a:t>
            </a:r>
          </a:p>
          <a:p>
            <a:pPr lvl="1"/>
            <a:r>
              <a:rPr lang="fr-FR" dirty="0"/>
              <a:t>On ne sait pas bien estimer le reste à faire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B63BF929-3254-37FA-3FF3-68196B9B345A}"/>
              </a:ext>
            </a:extLst>
          </p:cNvPr>
          <p:cNvGrpSpPr/>
          <p:nvPr/>
        </p:nvGrpSpPr>
        <p:grpSpPr>
          <a:xfrm>
            <a:off x="2675872" y="4387033"/>
            <a:ext cx="5767851" cy="2470967"/>
            <a:chOff x="387985" y="2191965"/>
            <a:chExt cx="5767851" cy="3076782"/>
          </a:xfrm>
        </p:grpSpPr>
        <p:cxnSp>
          <p:nvCxnSpPr>
            <p:cNvPr id="25" name="Straight Connector 5">
              <a:extLst>
                <a:ext uri="{FF2B5EF4-FFF2-40B4-BE49-F238E27FC236}">
                  <a16:creationId xmlns:a16="http://schemas.microsoft.com/office/drawing/2014/main" id="{6AF52B75-7757-246E-9830-375840D7C453}"/>
                </a:ext>
              </a:extLst>
            </p:cNvPr>
            <p:cNvCxnSpPr/>
            <p:nvPr/>
          </p:nvCxnSpPr>
          <p:spPr>
            <a:xfrm rot="5400000">
              <a:off x="544865" y="3578140"/>
              <a:ext cx="225069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">
              <a:extLst>
                <a:ext uri="{FF2B5EF4-FFF2-40B4-BE49-F238E27FC236}">
                  <a16:creationId xmlns:a16="http://schemas.microsoft.com/office/drawing/2014/main" id="{F5286982-F86B-D64C-DBF5-DDBAA0B90163}"/>
                </a:ext>
              </a:extLst>
            </p:cNvPr>
            <p:cNvCxnSpPr/>
            <p:nvPr/>
          </p:nvCxnSpPr>
          <p:spPr>
            <a:xfrm>
              <a:off x="1670215" y="4703488"/>
              <a:ext cx="398319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10">
              <a:extLst>
                <a:ext uri="{FF2B5EF4-FFF2-40B4-BE49-F238E27FC236}">
                  <a16:creationId xmlns:a16="http://schemas.microsoft.com/office/drawing/2014/main" id="{B3E3A14E-ABFF-3E73-E6A8-91904077031F}"/>
                </a:ext>
              </a:extLst>
            </p:cNvPr>
            <p:cNvCxnSpPr/>
            <p:nvPr/>
          </p:nvCxnSpPr>
          <p:spPr>
            <a:xfrm flipV="1">
              <a:off x="1670215" y="2946757"/>
              <a:ext cx="2897283" cy="1756732"/>
            </a:xfrm>
            <a:prstGeom prst="line">
              <a:avLst/>
            </a:prstGeom>
            <a:ln w="25400">
              <a:solidFill>
                <a:srgbClr val="F294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12">
              <a:extLst>
                <a:ext uri="{FF2B5EF4-FFF2-40B4-BE49-F238E27FC236}">
                  <a16:creationId xmlns:a16="http://schemas.microsoft.com/office/drawing/2014/main" id="{0F4DD762-C3DD-2F05-0A5D-8F06D01866E8}"/>
                </a:ext>
              </a:extLst>
            </p:cNvPr>
            <p:cNvSpPr/>
            <p:nvPr/>
          </p:nvSpPr>
          <p:spPr>
            <a:xfrm>
              <a:off x="5032888" y="2397097"/>
              <a:ext cx="155130" cy="16465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b="0"/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16D310D8-4AEA-D998-364E-D4F41E03A0B5}"/>
                </a:ext>
              </a:extLst>
            </p:cNvPr>
            <p:cNvSpPr/>
            <p:nvPr/>
          </p:nvSpPr>
          <p:spPr>
            <a:xfrm>
              <a:off x="4567498" y="2726411"/>
              <a:ext cx="1085910" cy="205513"/>
            </a:xfrm>
            <a:custGeom>
              <a:avLst/>
              <a:gdLst>
                <a:gd name="connsiteX0" fmla="*/ 0 w 3147935"/>
                <a:gd name="connsiteY0" fmla="*/ 689547 h 689547"/>
                <a:gd name="connsiteX1" fmla="*/ 1139253 w 3147935"/>
                <a:gd name="connsiteY1" fmla="*/ 314793 h 689547"/>
                <a:gd name="connsiteX2" fmla="*/ 3147935 w 3147935"/>
                <a:gd name="connsiteY2" fmla="*/ 0 h 689547"/>
                <a:gd name="connsiteX3" fmla="*/ 3147935 w 3147935"/>
                <a:gd name="connsiteY3" fmla="*/ 0 h 689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7935" h="689547">
                  <a:moveTo>
                    <a:pt x="0" y="689547"/>
                  </a:moveTo>
                  <a:cubicBezTo>
                    <a:pt x="307298" y="559632"/>
                    <a:pt x="614597" y="429717"/>
                    <a:pt x="1139253" y="314793"/>
                  </a:cubicBezTo>
                  <a:cubicBezTo>
                    <a:pt x="1663909" y="199869"/>
                    <a:pt x="3147935" y="0"/>
                    <a:pt x="3147935" y="0"/>
                  </a:cubicBezTo>
                  <a:lnTo>
                    <a:pt x="3147935" y="0"/>
                  </a:lnTo>
                </a:path>
              </a:pathLst>
            </a:custGeom>
            <a:ln w="25400" cmpd="sng">
              <a:solidFill>
                <a:srgbClr val="F294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b="0"/>
            </a:p>
          </p:txBody>
        </p:sp>
        <p:sp>
          <p:nvSpPr>
            <p:cNvPr id="30" name="TextBox 19">
              <a:extLst>
                <a:ext uri="{FF2B5EF4-FFF2-40B4-BE49-F238E27FC236}">
                  <a16:creationId xmlns:a16="http://schemas.microsoft.com/office/drawing/2014/main" id="{0B469488-E781-C51C-97D9-D6BA3DA981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592" y="2191965"/>
              <a:ext cx="780087" cy="4374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fr-FR" sz="1600" b="0" dirty="0">
                  <a:latin typeface="Candara" pitchFamily="34" charset="0"/>
                </a:rPr>
                <a:t>100</a:t>
              </a:r>
              <a:endParaRPr lang="en-GB" sz="1600" b="0" dirty="0">
                <a:latin typeface="Candara" pitchFamily="34" charset="0"/>
              </a:endParaRPr>
            </a:p>
          </p:txBody>
        </p:sp>
        <p:cxnSp>
          <p:nvCxnSpPr>
            <p:cNvPr id="31" name="Straight Connector 21">
              <a:extLst>
                <a:ext uri="{FF2B5EF4-FFF2-40B4-BE49-F238E27FC236}">
                  <a16:creationId xmlns:a16="http://schemas.microsoft.com/office/drawing/2014/main" id="{B1803256-29F0-732C-0A59-E2AD4E429B02}"/>
                </a:ext>
              </a:extLst>
            </p:cNvPr>
            <p:cNvCxnSpPr/>
            <p:nvPr/>
          </p:nvCxnSpPr>
          <p:spPr>
            <a:xfrm rot="5400000">
              <a:off x="5105690" y="4785816"/>
              <a:ext cx="1646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26">
              <a:extLst>
                <a:ext uri="{FF2B5EF4-FFF2-40B4-BE49-F238E27FC236}">
                  <a16:creationId xmlns:a16="http://schemas.microsoft.com/office/drawing/2014/main" id="{4B4244AC-C596-D6EB-0522-80C4473896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4218" y="4923835"/>
              <a:ext cx="1071618" cy="3449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fr-FR" sz="1200" b="0" dirty="0">
                  <a:latin typeface="Candara" pitchFamily="34" charset="0"/>
                </a:rPr>
                <a:t>Temps</a:t>
              </a:r>
              <a:endParaRPr lang="en-GB" sz="1200" b="0" dirty="0">
                <a:latin typeface="Candara" pitchFamily="34" charset="0"/>
              </a:endParaRPr>
            </a:p>
          </p:txBody>
        </p:sp>
        <p:sp>
          <p:nvSpPr>
            <p:cNvPr id="33" name="TextBox 18">
              <a:extLst>
                <a:ext uri="{FF2B5EF4-FFF2-40B4-BE49-F238E27FC236}">
                  <a16:creationId xmlns:a16="http://schemas.microsoft.com/office/drawing/2014/main" id="{7A94EC23-1C06-B4B1-3B63-687CE5989C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85" y="2914106"/>
              <a:ext cx="1600496" cy="3449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fr-FR" sz="1200" b="0" dirty="0">
                  <a:latin typeface="+mj-lt"/>
                </a:rPr>
                <a:t>% Complété</a:t>
              </a:r>
              <a:endParaRPr lang="en-GB" sz="1200" b="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511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ujets éducatifs 16 x 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0525627_TF03462902_TF03462902.potx" id="{A59AF3D5-244B-438E-B80B-8D43B5DC2455}" vid="{17A90BAD-D5E9-44EA-AAAD-F5E2CFCA3A16}"/>
    </a:ext>
  </a:extLst>
</a:theme>
</file>

<file path=ppt/theme/theme2.xml><?xml version="1.0" encoding="utf-8"?>
<a:theme xmlns:a="http://schemas.openxmlformats.org/drawingml/2006/main" name="Thème Offic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EDB6990E7A7E46A6B3A5C940104F9E" ma:contentTypeVersion="12" ma:contentTypeDescription="Crée un document." ma:contentTypeScope="" ma:versionID="15e88de9271d818b893637b531cba312">
  <xsd:schema xmlns:xsd="http://www.w3.org/2001/XMLSchema" xmlns:xs="http://www.w3.org/2001/XMLSchema" xmlns:p="http://schemas.microsoft.com/office/2006/metadata/properties" xmlns:ns2="09c15870-0dfa-497e-ac34-9daf0c8533ca" xmlns:ns3="30e5dfc9-a435-4654-b0d7-2ee97d2671e2" targetNamespace="http://schemas.microsoft.com/office/2006/metadata/properties" ma:root="true" ma:fieldsID="6e326f84ed11db186bcccb7f73f982a0" ns2:_="" ns3:_="">
    <xsd:import namespace="09c15870-0dfa-497e-ac34-9daf0c8533ca"/>
    <xsd:import namespace="30e5dfc9-a435-4654-b0d7-2ee97d2671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c15870-0dfa-497e-ac34-9daf0c8533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71a0595a-2362-4c50-b1ee-1beec3e01cf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e5dfc9-a435-4654-b0d7-2ee97d2671e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ac9a4ed-9cfb-421f-8fbc-cc23a7c67837}" ma:internalName="TaxCatchAll" ma:showField="CatchAllData" ma:web="30e5dfc9-a435-4654-b0d7-2ee97d2671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0D7CB70-C9E0-4BE1-99D1-9F0A76F9E444}"/>
</file>

<file path=customXml/itemProps2.xml><?xml version="1.0" encoding="utf-8"?>
<ds:datastoreItem xmlns:ds="http://schemas.openxmlformats.org/officeDocument/2006/customXml" ds:itemID="{810A16DF-D136-4C2B-BABB-6C8339F777AA}"/>
</file>

<file path=docProps/app.xml><?xml version="1.0" encoding="utf-8"?>
<Properties xmlns="http://schemas.openxmlformats.org/officeDocument/2006/extended-properties" xmlns:vt="http://schemas.openxmlformats.org/officeDocument/2006/docPropsVTypes">
  <Template>Présentation de sujets éducatifs, conception d’illustrations « tableau noir » (grand écran)</Template>
  <TotalTime>3831</TotalTime>
  <Words>1077</Words>
  <Application>Microsoft Office PowerPoint</Application>
  <PresentationFormat>Grand écran</PresentationFormat>
  <Paragraphs>165</Paragraphs>
  <Slides>18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Candara</vt:lpstr>
      <vt:lpstr>Wingdings</vt:lpstr>
      <vt:lpstr>Sujets éducatifs 16 x 9</vt:lpstr>
      <vt:lpstr>Gestion de projet</vt:lpstr>
      <vt:lpstr>Objectifs</vt:lpstr>
      <vt:lpstr>Plan</vt:lpstr>
      <vt:lpstr>I – Projet </vt:lpstr>
      <vt:lpstr>I – Projet : Définition </vt:lpstr>
      <vt:lpstr>I – Projet : Acteurs </vt:lpstr>
      <vt:lpstr>I – Projet : Problématiques </vt:lpstr>
      <vt:lpstr>Gestion de projet </vt:lpstr>
      <vt:lpstr>II – Gestion de projet</vt:lpstr>
      <vt:lpstr>II – Gestion de projet</vt:lpstr>
      <vt:lpstr>III - Le cycle en V </vt:lpstr>
      <vt:lpstr>III – Le cycle en V - Historique</vt:lpstr>
      <vt:lpstr>Vue d’ensemble</vt:lpstr>
      <vt:lpstr>Présentation PowerPoint</vt:lpstr>
      <vt:lpstr>Synthèses des étapes</vt:lpstr>
      <vt:lpstr>Synthèse des tests</vt:lpstr>
      <vt:lpstr>Avantages et inconvénients</vt:lpstr>
      <vt:lpstr>Constats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de projet</dc:title>
  <dc:creator>Théo OLLIVIER</dc:creator>
  <cp:lastModifiedBy>Théo OLLIVIER</cp:lastModifiedBy>
  <cp:revision>1</cp:revision>
  <dcterms:created xsi:type="dcterms:W3CDTF">2023-02-17T10:34:53Z</dcterms:created>
  <dcterms:modified xsi:type="dcterms:W3CDTF">2023-03-10T08:34:11Z</dcterms:modified>
</cp:coreProperties>
</file>